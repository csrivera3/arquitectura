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1" r:id="rId4"/>
    <p:sldId id="325" r:id="rId5"/>
    <p:sldId id="326" r:id="rId6"/>
    <p:sldId id="396" r:id="rId7"/>
    <p:sldId id="327" r:id="rId8"/>
    <p:sldId id="328" r:id="rId9"/>
    <p:sldId id="329" r:id="rId10"/>
    <p:sldId id="331" r:id="rId11"/>
    <p:sldId id="332" r:id="rId12"/>
    <p:sldId id="334" r:id="rId13"/>
    <p:sldId id="344" r:id="rId14"/>
    <p:sldId id="345" r:id="rId15"/>
    <p:sldId id="346" r:id="rId16"/>
    <p:sldId id="347" r:id="rId17"/>
    <p:sldId id="387" r:id="rId18"/>
    <p:sldId id="350" r:id="rId19"/>
    <p:sldId id="352" r:id="rId20"/>
    <p:sldId id="353" r:id="rId21"/>
    <p:sldId id="358" r:id="rId22"/>
    <p:sldId id="385" r:id="rId23"/>
    <p:sldId id="360" r:id="rId24"/>
    <p:sldId id="362" r:id="rId25"/>
    <p:sldId id="388" r:id="rId26"/>
    <p:sldId id="389" r:id="rId27"/>
    <p:sldId id="363" r:id="rId28"/>
    <p:sldId id="364" r:id="rId29"/>
    <p:sldId id="365" r:id="rId30"/>
    <p:sldId id="366" r:id="rId31"/>
    <p:sldId id="384" r:id="rId32"/>
    <p:sldId id="367" r:id="rId33"/>
    <p:sldId id="368" r:id="rId34"/>
    <p:sldId id="369" r:id="rId35"/>
    <p:sldId id="390" r:id="rId36"/>
    <p:sldId id="370" r:id="rId37"/>
    <p:sldId id="371" r:id="rId38"/>
    <p:sldId id="373" r:id="rId39"/>
    <p:sldId id="377" r:id="rId40"/>
    <p:sldId id="378" r:id="rId41"/>
    <p:sldId id="391" r:id="rId42"/>
    <p:sldId id="392" r:id="rId43"/>
    <p:sldId id="380" r:id="rId44"/>
    <p:sldId id="381" r:id="rId45"/>
    <p:sldId id="395" r:id="rId46"/>
    <p:sldId id="383" r:id="rId47"/>
    <p:sldId id="324" r:id="rId48"/>
    <p:sldId id="262" r:id="rId49"/>
    <p:sldId id="263" r:id="rId5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Villarruel" initials="MV" lastIdx="2" clrIdx="0">
    <p:extLst>
      <p:ext uri="{19B8F6BF-5375-455C-9EA6-DF929625EA0E}">
        <p15:presenceInfo xmlns:p15="http://schemas.microsoft.com/office/powerpoint/2012/main" userId="Michael Villarru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8FABEA-5CE9-125D-D8FC-D1AD01728EF6}" v="35" dt="2025-01-31T13:39:00.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444"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K DAMIAN CRIOLLO O�A" userId="S::edcriollo1@espe.edu.ec::6dcbe2a5-cfdc-4b63-9481-50760e65cace" providerId="AD" clId="Web-{CC80EB6E-4766-6F86-C6A6-4C3E4372F867}"/>
    <pc:docChg chg="addSld delSld modSld">
      <pc:chgData name="ERICK DAMIAN CRIOLLO O�A" userId="S::edcriollo1@espe.edu.ec::6dcbe2a5-cfdc-4b63-9481-50760e65cace" providerId="AD" clId="Web-{CC80EB6E-4766-6F86-C6A6-4C3E4372F867}" dt="2024-12-08T22:12:58.827" v="1232" actId="1076"/>
      <pc:docMkLst>
        <pc:docMk/>
      </pc:docMkLst>
      <pc:sldChg chg="addSp delSp modSp">
        <pc:chgData name="ERICK DAMIAN CRIOLLO O�A" userId="S::edcriollo1@espe.edu.ec::6dcbe2a5-cfdc-4b63-9481-50760e65cace" providerId="AD" clId="Web-{CC80EB6E-4766-6F86-C6A6-4C3E4372F867}" dt="2024-12-08T21:37:40.286" v="8" actId="1076"/>
        <pc:sldMkLst>
          <pc:docMk/>
          <pc:sldMk cId="3663893953" sldId="331"/>
        </pc:sldMkLst>
        <pc:picChg chg="add mod">
          <ac:chgData name="ERICK DAMIAN CRIOLLO O�A" userId="S::edcriollo1@espe.edu.ec::6dcbe2a5-cfdc-4b63-9481-50760e65cace" providerId="AD" clId="Web-{CC80EB6E-4766-6F86-C6A6-4C3E4372F867}" dt="2024-12-08T21:37:40.286" v="8" actId="1076"/>
          <ac:picMkLst>
            <pc:docMk/>
            <pc:sldMk cId="3663893953" sldId="331"/>
            <ac:picMk id="4" creationId="{7C6D2119-B4A5-7F6C-4D39-882AEA93E3AC}"/>
          </ac:picMkLst>
        </pc:picChg>
        <pc:picChg chg="add mod">
          <ac:chgData name="ERICK DAMIAN CRIOLLO O�A" userId="S::edcriollo1@espe.edu.ec::6dcbe2a5-cfdc-4b63-9481-50760e65cace" providerId="AD" clId="Web-{CC80EB6E-4766-6F86-C6A6-4C3E4372F867}" dt="2024-12-08T21:37:38.630" v="7" actId="1076"/>
          <ac:picMkLst>
            <pc:docMk/>
            <pc:sldMk cId="3663893953" sldId="331"/>
            <ac:picMk id="8" creationId="{0C041FD7-A51F-44CC-383E-40271DCB751E}"/>
          </ac:picMkLst>
        </pc:picChg>
      </pc:sldChg>
      <pc:sldChg chg="addSp delSp modSp">
        <pc:chgData name="ERICK DAMIAN CRIOLLO O�A" userId="S::edcriollo1@espe.edu.ec::6dcbe2a5-cfdc-4b63-9481-50760e65cace" providerId="AD" clId="Web-{CC80EB6E-4766-6F86-C6A6-4C3E4372F867}" dt="2024-12-08T21:37:50.318" v="12" actId="14100"/>
        <pc:sldMkLst>
          <pc:docMk/>
          <pc:sldMk cId="4261152526" sldId="332"/>
        </pc:sldMkLst>
        <pc:picChg chg="add mod">
          <ac:chgData name="ERICK DAMIAN CRIOLLO O�A" userId="S::edcriollo1@espe.edu.ec::6dcbe2a5-cfdc-4b63-9481-50760e65cace" providerId="AD" clId="Web-{CC80EB6E-4766-6F86-C6A6-4C3E4372F867}" dt="2024-12-08T21:37:50.318" v="12" actId="14100"/>
          <ac:picMkLst>
            <pc:docMk/>
            <pc:sldMk cId="4261152526" sldId="332"/>
            <ac:picMk id="6" creationId="{42DF7781-406C-82F7-6010-6C79A985D962}"/>
          </ac:picMkLst>
        </pc:picChg>
      </pc:sldChg>
      <pc:sldChg chg="addSp delSp modSp">
        <pc:chgData name="ERICK DAMIAN CRIOLLO O�A" userId="S::edcriollo1@espe.edu.ec::6dcbe2a5-cfdc-4b63-9481-50760e65cace" providerId="AD" clId="Web-{CC80EB6E-4766-6F86-C6A6-4C3E4372F867}" dt="2024-12-08T21:38:17.225" v="17" actId="1076"/>
        <pc:sldMkLst>
          <pc:docMk/>
          <pc:sldMk cId="2065198200" sldId="333"/>
        </pc:sldMkLst>
        <pc:picChg chg="add mod">
          <ac:chgData name="ERICK DAMIAN CRIOLLO O�A" userId="S::edcriollo1@espe.edu.ec::6dcbe2a5-cfdc-4b63-9481-50760e65cace" providerId="AD" clId="Web-{CC80EB6E-4766-6F86-C6A6-4C3E4372F867}" dt="2024-12-08T21:38:17.225" v="17" actId="1076"/>
          <ac:picMkLst>
            <pc:docMk/>
            <pc:sldMk cId="2065198200" sldId="333"/>
            <ac:picMk id="6" creationId="{1D1FA54A-75D7-18C6-D682-F1B76A1FF332}"/>
          </ac:picMkLst>
        </pc:picChg>
      </pc:sldChg>
      <pc:sldChg chg="addSp delSp modSp">
        <pc:chgData name="ERICK DAMIAN CRIOLLO O�A" userId="S::edcriollo1@espe.edu.ec::6dcbe2a5-cfdc-4b63-9481-50760e65cace" providerId="AD" clId="Web-{CC80EB6E-4766-6F86-C6A6-4C3E4372F867}" dt="2024-12-08T21:39:06.539" v="43" actId="1076"/>
        <pc:sldMkLst>
          <pc:docMk/>
          <pc:sldMk cId="2070467638" sldId="334"/>
        </pc:sldMkLst>
        <pc:spChg chg="mod">
          <ac:chgData name="ERICK DAMIAN CRIOLLO O�A" userId="S::edcriollo1@espe.edu.ec::6dcbe2a5-cfdc-4b63-9481-50760e65cace" providerId="AD" clId="Web-{CC80EB6E-4766-6F86-C6A6-4C3E4372F867}" dt="2024-12-08T21:39:02.601" v="40" actId="20577"/>
          <ac:spMkLst>
            <pc:docMk/>
            <pc:sldMk cId="2070467638" sldId="334"/>
            <ac:spMk id="3" creationId="{93B8F572-C439-414C-90FA-BE3C081E9B98}"/>
          </ac:spMkLst>
        </pc:spChg>
        <pc:picChg chg="add mod">
          <ac:chgData name="ERICK DAMIAN CRIOLLO O�A" userId="S::edcriollo1@espe.edu.ec::6dcbe2a5-cfdc-4b63-9481-50760e65cace" providerId="AD" clId="Web-{CC80EB6E-4766-6F86-C6A6-4C3E4372F867}" dt="2024-12-08T21:39:06.539" v="43" actId="1076"/>
          <ac:picMkLst>
            <pc:docMk/>
            <pc:sldMk cId="2070467638" sldId="334"/>
            <ac:picMk id="4" creationId="{E402A76E-B3F2-3C71-76B9-8D23FEE0DD31}"/>
          </ac:picMkLst>
        </pc:picChg>
      </pc:sldChg>
      <pc:sldChg chg="addSp delSp modSp">
        <pc:chgData name="ERICK DAMIAN CRIOLLO O�A" userId="S::edcriollo1@espe.edu.ec::6dcbe2a5-cfdc-4b63-9481-50760e65cace" providerId="AD" clId="Web-{CC80EB6E-4766-6F86-C6A6-4C3E4372F867}" dt="2024-12-08T21:40:26.479" v="112" actId="1076"/>
        <pc:sldMkLst>
          <pc:docMk/>
          <pc:sldMk cId="2326254396" sldId="344"/>
        </pc:sldMkLst>
        <pc:spChg chg="mod">
          <ac:chgData name="ERICK DAMIAN CRIOLLO O�A" userId="S::edcriollo1@espe.edu.ec::6dcbe2a5-cfdc-4b63-9481-50760e65cace" providerId="AD" clId="Web-{CC80EB6E-4766-6F86-C6A6-4C3E4372F867}" dt="2024-12-08T21:40:08.947" v="108" actId="20577"/>
          <ac:spMkLst>
            <pc:docMk/>
            <pc:sldMk cId="2326254396" sldId="344"/>
            <ac:spMk id="3" creationId="{93B8F572-C439-414C-90FA-BE3C081E9B98}"/>
          </ac:spMkLst>
        </pc:spChg>
        <pc:picChg chg="add mod">
          <ac:chgData name="ERICK DAMIAN CRIOLLO O�A" userId="S::edcriollo1@espe.edu.ec::6dcbe2a5-cfdc-4b63-9481-50760e65cace" providerId="AD" clId="Web-{CC80EB6E-4766-6F86-C6A6-4C3E4372F867}" dt="2024-12-08T21:40:26.479" v="112" actId="1076"/>
          <ac:picMkLst>
            <pc:docMk/>
            <pc:sldMk cId="2326254396" sldId="344"/>
            <ac:picMk id="6" creationId="{B2B8CA8F-C2C5-F597-7D4C-CCDE6645AD02}"/>
          </ac:picMkLst>
        </pc:picChg>
      </pc:sldChg>
      <pc:sldChg chg="addSp delSp modSp">
        <pc:chgData name="ERICK DAMIAN CRIOLLO O�A" userId="S::edcriollo1@espe.edu.ec::6dcbe2a5-cfdc-4b63-9481-50760e65cace" providerId="AD" clId="Web-{CC80EB6E-4766-6F86-C6A6-4C3E4372F867}" dt="2024-12-08T21:44:09.205" v="274" actId="1076"/>
        <pc:sldMkLst>
          <pc:docMk/>
          <pc:sldMk cId="376911173" sldId="345"/>
        </pc:sldMkLst>
        <pc:spChg chg="mod">
          <ac:chgData name="ERICK DAMIAN CRIOLLO O�A" userId="S::edcriollo1@espe.edu.ec::6dcbe2a5-cfdc-4b63-9481-50760e65cace" providerId="AD" clId="Web-{CC80EB6E-4766-6F86-C6A6-4C3E4372F867}" dt="2024-12-08T21:42:02.623" v="177" actId="1076"/>
          <ac:spMkLst>
            <pc:docMk/>
            <pc:sldMk cId="376911173" sldId="345"/>
            <ac:spMk id="3" creationId="{93B8F572-C439-414C-90FA-BE3C081E9B98}"/>
          </ac:spMkLst>
        </pc:spChg>
        <pc:picChg chg="add mod">
          <ac:chgData name="ERICK DAMIAN CRIOLLO O�A" userId="S::edcriollo1@espe.edu.ec::6dcbe2a5-cfdc-4b63-9481-50760e65cace" providerId="AD" clId="Web-{CC80EB6E-4766-6F86-C6A6-4C3E4372F867}" dt="2024-12-08T21:44:09.205" v="274" actId="1076"/>
          <ac:picMkLst>
            <pc:docMk/>
            <pc:sldMk cId="376911173" sldId="345"/>
            <ac:picMk id="6" creationId="{75F2C6CE-FB11-028A-90C9-391A1BCE1C6E}"/>
          </ac:picMkLst>
        </pc:picChg>
      </pc:sldChg>
      <pc:sldChg chg="addSp delSp modSp">
        <pc:chgData name="ERICK DAMIAN CRIOLLO O�A" userId="S::edcriollo1@espe.edu.ec::6dcbe2a5-cfdc-4b63-9481-50760e65cace" providerId="AD" clId="Web-{CC80EB6E-4766-6F86-C6A6-4C3E4372F867}" dt="2024-12-08T21:44:24.315" v="279"/>
        <pc:sldMkLst>
          <pc:docMk/>
          <pc:sldMk cId="2478630053" sldId="346"/>
        </pc:sldMkLst>
        <pc:spChg chg="mod">
          <ac:chgData name="ERICK DAMIAN CRIOLLO O�A" userId="S::edcriollo1@espe.edu.ec::6dcbe2a5-cfdc-4b63-9481-50760e65cace" providerId="AD" clId="Web-{CC80EB6E-4766-6F86-C6A6-4C3E4372F867}" dt="2024-12-08T21:44:00.377" v="273" actId="20577"/>
          <ac:spMkLst>
            <pc:docMk/>
            <pc:sldMk cId="2478630053" sldId="346"/>
            <ac:spMk id="3" creationId="{93B8F572-C439-414C-90FA-BE3C081E9B98}"/>
          </ac:spMkLst>
        </pc:spChg>
        <pc:picChg chg="add mod modCrop">
          <ac:chgData name="ERICK DAMIAN CRIOLLO O�A" userId="S::edcriollo1@espe.edu.ec::6dcbe2a5-cfdc-4b63-9481-50760e65cace" providerId="AD" clId="Web-{CC80EB6E-4766-6F86-C6A6-4C3E4372F867}" dt="2024-12-08T21:44:24.315" v="279"/>
          <ac:picMkLst>
            <pc:docMk/>
            <pc:sldMk cId="2478630053" sldId="346"/>
            <ac:picMk id="6" creationId="{9A3E6522-F6D7-9A5E-A1C5-0A52A4DF5F70}"/>
          </ac:picMkLst>
        </pc:picChg>
        <pc:picChg chg="add mod">
          <ac:chgData name="ERICK DAMIAN CRIOLLO O�A" userId="S::edcriollo1@espe.edu.ec::6dcbe2a5-cfdc-4b63-9481-50760e65cace" providerId="AD" clId="Web-{CC80EB6E-4766-6F86-C6A6-4C3E4372F867}" dt="2024-12-08T21:44:19.378" v="277" actId="1076"/>
          <ac:picMkLst>
            <pc:docMk/>
            <pc:sldMk cId="2478630053" sldId="346"/>
            <ac:picMk id="8" creationId="{01EB0516-9D88-28AB-88C6-847355EAF3BC}"/>
          </ac:picMkLst>
        </pc:picChg>
      </pc:sldChg>
      <pc:sldChg chg="addSp delSp modSp">
        <pc:chgData name="ERICK DAMIAN CRIOLLO O�A" userId="S::edcriollo1@espe.edu.ec::6dcbe2a5-cfdc-4b63-9481-50760e65cace" providerId="AD" clId="Web-{CC80EB6E-4766-6F86-C6A6-4C3E4372F867}" dt="2024-12-08T21:45:23.458" v="335" actId="1076"/>
        <pc:sldMkLst>
          <pc:docMk/>
          <pc:sldMk cId="3310875422" sldId="347"/>
        </pc:sldMkLst>
        <pc:spChg chg="mod">
          <ac:chgData name="ERICK DAMIAN CRIOLLO O�A" userId="S::edcriollo1@espe.edu.ec::6dcbe2a5-cfdc-4b63-9481-50760e65cace" providerId="AD" clId="Web-{CC80EB6E-4766-6F86-C6A6-4C3E4372F867}" dt="2024-12-08T21:45:10.051" v="327" actId="20577"/>
          <ac:spMkLst>
            <pc:docMk/>
            <pc:sldMk cId="3310875422" sldId="347"/>
            <ac:spMk id="3" creationId="{93B8F572-C439-414C-90FA-BE3C081E9B98}"/>
          </ac:spMkLst>
        </pc:spChg>
        <pc:picChg chg="add mod">
          <ac:chgData name="ERICK DAMIAN CRIOLLO O�A" userId="S::edcriollo1@espe.edu.ec::6dcbe2a5-cfdc-4b63-9481-50760e65cace" providerId="AD" clId="Web-{CC80EB6E-4766-6F86-C6A6-4C3E4372F867}" dt="2024-12-08T21:45:23.458" v="335" actId="1076"/>
          <ac:picMkLst>
            <pc:docMk/>
            <pc:sldMk cId="3310875422" sldId="347"/>
            <ac:picMk id="4" creationId="{CB1D0FE4-EB5C-F8AD-12D9-9EB1EDA2E2B0}"/>
          </ac:picMkLst>
        </pc:picChg>
      </pc:sldChg>
      <pc:sldChg chg="addSp delSp modSp">
        <pc:chgData name="ERICK DAMIAN CRIOLLO O�A" userId="S::edcriollo1@espe.edu.ec::6dcbe2a5-cfdc-4b63-9481-50760e65cace" providerId="AD" clId="Web-{CC80EB6E-4766-6F86-C6A6-4C3E4372F867}" dt="2024-12-08T21:46:58.836" v="396" actId="1076"/>
        <pc:sldMkLst>
          <pc:docMk/>
          <pc:sldMk cId="2048556783" sldId="352"/>
        </pc:sldMkLst>
        <pc:picChg chg="add mod">
          <ac:chgData name="ERICK DAMIAN CRIOLLO O�A" userId="S::edcriollo1@espe.edu.ec::6dcbe2a5-cfdc-4b63-9481-50760e65cace" providerId="AD" clId="Web-{CC80EB6E-4766-6F86-C6A6-4C3E4372F867}" dt="2024-12-08T21:46:58.836" v="396" actId="1076"/>
          <ac:picMkLst>
            <pc:docMk/>
            <pc:sldMk cId="2048556783" sldId="352"/>
            <ac:picMk id="4" creationId="{E1974D07-846B-B865-8971-32945BD46407}"/>
          </ac:picMkLst>
        </pc:picChg>
      </pc:sldChg>
      <pc:sldChg chg="addSp delSp modSp">
        <pc:chgData name="ERICK DAMIAN CRIOLLO O�A" userId="S::edcriollo1@espe.edu.ec::6dcbe2a5-cfdc-4b63-9481-50760e65cace" providerId="AD" clId="Web-{CC80EB6E-4766-6F86-C6A6-4C3E4372F867}" dt="2024-12-08T21:48:41.808" v="439" actId="1076"/>
        <pc:sldMkLst>
          <pc:docMk/>
          <pc:sldMk cId="1022546901" sldId="353"/>
        </pc:sldMkLst>
        <pc:spChg chg="mod">
          <ac:chgData name="ERICK DAMIAN CRIOLLO O�A" userId="S::edcriollo1@espe.edu.ec::6dcbe2a5-cfdc-4b63-9481-50760e65cace" providerId="AD" clId="Web-{CC80EB6E-4766-6F86-C6A6-4C3E4372F867}" dt="2024-12-08T21:47:58.916" v="427" actId="20577"/>
          <ac:spMkLst>
            <pc:docMk/>
            <pc:sldMk cId="1022546901" sldId="353"/>
            <ac:spMk id="3" creationId="{93B8F572-C439-414C-90FA-BE3C081E9B98}"/>
          </ac:spMkLst>
        </pc:spChg>
        <pc:picChg chg="add mod modCrop">
          <ac:chgData name="ERICK DAMIAN CRIOLLO O�A" userId="S::edcriollo1@espe.edu.ec::6dcbe2a5-cfdc-4b63-9481-50760e65cace" providerId="AD" clId="Web-{CC80EB6E-4766-6F86-C6A6-4C3E4372F867}" dt="2024-12-08T21:48:41.808" v="439" actId="1076"/>
          <ac:picMkLst>
            <pc:docMk/>
            <pc:sldMk cId="1022546901" sldId="353"/>
            <ac:picMk id="4" creationId="{79B20057-1111-5A12-2A65-D0C639342A21}"/>
          </ac:picMkLst>
        </pc:picChg>
        <pc:picChg chg="add mod modCrop">
          <ac:chgData name="ERICK DAMIAN CRIOLLO O�A" userId="S::edcriollo1@espe.edu.ec::6dcbe2a5-cfdc-4b63-9481-50760e65cace" providerId="AD" clId="Web-{CC80EB6E-4766-6F86-C6A6-4C3E4372F867}" dt="2024-12-08T21:48:33.074" v="436"/>
          <ac:picMkLst>
            <pc:docMk/>
            <pc:sldMk cId="1022546901" sldId="353"/>
            <ac:picMk id="8" creationId="{F892C77E-13C2-214C-0093-846DA891B89C}"/>
          </ac:picMkLst>
        </pc:picChg>
      </pc:sldChg>
      <pc:sldChg chg="delSp modSp del">
        <pc:chgData name="ERICK DAMIAN CRIOLLO O�A" userId="S::edcriollo1@espe.edu.ec::6dcbe2a5-cfdc-4b63-9481-50760e65cace" providerId="AD" clId="Web-{CC80EB6E-4766-6F86-C6A6-4C3E4372F867}" dt="2024-12-08T21:49:04.966" v="444"/>
        <pc:sldMkLst>
          <pc:docMk/>
          <pc:sldMk cId="1460837190" sldId="354"/>
        </pc:sldMkLst>
      </pc:sldChg>
      <pc:sldChg chg="addSp delSp modSp">
        <pc:chgData name="ERICK DAMIAN CRIOLLO O�A" userId="S::edcriollo1@espe.edu.ec::6dcbe2a5-cfdc-4b63-9481-50760e65cace" providerId="AD" clId="Web-{CC80EB6E-4766-6F86-C6A6-4C3E4372F867}" dt="2024-12-08T21:49:25.591" v="465" actId="14100"/>
        <pc:sldMkLst>
          <pc:docMk/>
          <pc:sldMk cId="96770226" sldId="358"/>
        </pc:sldMkLst>
        <pc:spChg chg="mod">
          <ac:chgData name="ERICK DAMIAN CRIOLLO O�A" userId="S::edcriollo1@espe.edu.ec::6dcbe2a5-cfdc-4b63-9481-50760e65cace" providerId="AD" clId="Web-{CC80EB6E-4766-6F86-C6A6-4C3E4372F867}" dt="2024-12-08T21:49:18.982" v="461" actId="20577"/>
          <ac:spMkLst>
            <pc:docMk/>
            <pc:sldMk cId="96770226" sldId="358"/>
            <ac:spMk id="3" creationId="{93B8F572-C439-414C-90FA-BE3C081E9B98}"/>
          </ac:spMkLst>
        </pc:spChg>
        <pc:picChg chg="add mod">
          <ac:chgData name="ERICK DAMIAN CRIOLLO O�A" userId="S::edcriollo1@espe.edu.ec::6dcbe2a5-cfdc-4b63-9481-50760e65cace" providerId="AD" clId="Web-{CC80EB6E-4766-6F86-C6A6-4C3E4372F867}" dt="2024-12-08T21:49:25.591" v="465" actId="14100"/>
          <ac:picMkLst>
            <pc:docMk/>
            <pc:sldMk cId="96770226" sldId="358"/>
            <ac:picMk id="4" creationId="{C811FE6C-B15E-71A2-AB87-832C570751A0}"/>
          </ac:picMkLst>
        </pc:picChg>
      </pc:sldChg>
      <pc:sldChg chg="addSp delSp modSp">
        <pc:chgData name="ERICK DAMIAN CRIOLLO O�A" userId="S::edcriollo1@espe.edu.ec::6dcbe2a5-cfdc-4b63-9481-50760e65cace" providerId="AD" clId="Web-{CC80EB6E-4766-6F86-C6A6-4C3E4372F867}" dt="2024-12-08T21:52:23.332" v="543" actId="1076"/>
        <pc:sldMkLst>
          <pc:docMk/>
          <pc:sldMk cId="141034882" sldId="360"/>
        </pc:sldMkLst>
        <pc:spChg chg="mod">
          <ac:chgData name="ERICK DAMIAN CRIOLLO O�A" userId="S::edcriollo1@espe.edu.ec::6dcbe2a5-cfdc-4b63-9481-50760e65cace" providerId="AD" clId="Web-{CC80EB6E-4766-6F86-C6A6-4C3E4372F867}" dt="2024-12-08T21:52:12.519" v="538" actId="20577"/>
          <ac:spMkLst>
            <pc:docMk/>
            <pc:sldMk cId="141034882" sldId="360"/>
            <ac:spMk id="3" creationId="{93B8F572-C439-414C-90FA-BE3C081E9B98}"/>
          </ac:spMkLst>
        </pc:spChg>
        <pc:picChg chg="add mod">
          <ac:chgData name="ERICK DAMIAN CRIOLLO O�A" userId="S::edcriollo1@espe.edu.ec::6dcbe2a5-cfdc-4b63-9481-50760e65cace" providerId="AD" clId="Web-{CC80EB6E-4766-6F86-C6A6-4C3E4372F867}" dt="2024-12-08T21:52:23.332" v="543" actId="1076"/>
          <ac:picMkLst>
            <pc:docMk/>
            <pc:sldMk cId="141034882" sldId="360"/>
            <ac:picMk id="4" creationId="{0608E6CB-673F-6A9D-93E9-1BF4EC81D22A}"/>
          </ac:picMkLst>
        </pc:picChg>
      </pc:sldChg>
      <pc:sldChg chg="addSp delSp modSp">
        <pc:chgData name="ERICK DAMIAN CRIOLLO O�A" userId="S::edcriollo1@espe.edu.ec::6dcbe2a5-cfdc-4b63-9481-50760e65cace" providerId="AD" clId="Web-{CC80EB6E-4766-6F86-C6A6-4C3E4372F867}" dt="2024-12-08T21:53:50.194" v="609" actId="20577"/>
        <pc:sldMkLst>
          <pc:docMk/>
          <pc:sldMk cId="2563100257" sldId="362"/>
        </pc:sldMkLst>
        <pc:spChg chg="mod">
          <ac:chgData name="ERICK DAMIAN CRIOLLO O�A" userId="S::edcriollo1@espe.edu.ec::6dcbe2a5-cfdc-4b63-9481-50760e65cace" providerId="AD" clId="Web-{CC80EB6E-4766-6F86-C6A6-4C3E4372F867}" dt="2024-12-08T21:53:50.194" v="609" actId="20577"/>
          <ac:spMkLst>
            <pc:docMk/>
            <pc:sldMk cId="2563100257" sldId="362"/>
            <ac:spMk id="3" creationId="{93B8F572-C439-414C-90FA-BE3C081E9B98}"/>
          </ac:spMkLst>
        </pc:spChg>
        <pc:picChg chg="add mod">
          <ac:chgData name="ERICK DAMIAN CRIOLLO O�A" userId="S::edcriollo1@espe.edu.ec::6dcbe2a5-cfdc-4b63-9481-50760e65cace" providerId="AD" clId="Web-{CC80EB6E-4766-6F86-C6A6-4C3E4372F867}" dt="2024-12-08T21:53:32.084" v="605" actId="1076"/>
          <ac:picMkLst>
            <pc:docMk/>
            <pc:sldMk cId="2563100257" sldId="362"/>
            <ac:picMk id="4" creationId="{DDE8B9AB-69E0-14C0-3487-172EDD55F5ED}"/>
          </ac:picMkLst>
        </pc:picChg>
      </pc:sldChg>
      <pc:sldChg chg="addSp delSp modSp">
        <pc:chgData name="ERICK DAMIAN CRIOLLO O�A" userId="S::edcriollo1@espe.edu.ec::6dcbe2a5-cfdc-4b63-9481-50760e65cace" providerId="AD" clId="Web-{CC80EB6E-4766-6F86-C6A6-4C3E4372F867}" dt="2024-12-08T21:56:38.840" v="708" actId="1076"/>
        <pc:sldMkLst>
          <pc:docMk/>
          <pc:sldMk cId="4057489758" sldId="363"/>
        </pc:sldMkLst>
        <pc:spChg chg="mod">
          <ac:chgData name="ERICK DAMIAN CRIOLLO O�A" userId="S::edcriollo1@espe.edu.ec::6dcbe2a5-cfdc-4b63-9481-50760e65cace" providerId="AD" clId="Web-{CC80EB6E-4766-6F86-C6A6-4C3E4372F867}" dt="2024-12-08T21:56:35.809" v="705" actId="20577"/>
          <ac:spMkLst>
            <pc:docMk/>
            <pc:sldMk cId="4057489758" sldId="363"/>
            <ac:spMk id="3" creationId="{93B8F572-C439-414C-90FA-BE3C081E9B98}"/>
          </ac:spMkLst>
        </pc:spChg>
        <pc:picChg chg="add mod">
          <ac:chgData name="ERICK DAMIAN CRIOLLO O�A" userId="S::edcriollo1@espe.edu.ec::6dcbe2a5-cfdc-4b63-9481-50760e65cace" providerId="AD" clId="Web-{CC80EB6E-4766-6F86-C6A6-4C3E4372F867}" dt="2024-12-08T21:56:38.840" v="708" actId="1076"/>
          <ac:picMkLst>
            <pc:docMk/>
            <pc:sldMk cId="4057489758" sldId="363"/>
            <ac:picMk id="4" creationId="{C5E3188C-25A5-5DB0-8FE6-5AA18B4E796E}"/>
          </ac:picMkLst>
        </pc:picChg>
      </pc:sldChg>
      <pc:sldChg chg="addSp delSp modSp">
        <pc:chgData name="ERICK DAMIAN CRIOLLO O�A" userId="S::edcriollo1@espe.edu.ec::6dcbe2a5-cfdc-4b63-9481-50760e65cace" providerId="AD" clId="Web-{CC80EB6E-4766-6F86-C6A6-4C3E4372F867}" dt="2024-12-08T21:57:37.905" v="715"/>
        <pc:sldMkLst>
          <pc:docMk/>
          <pc:sldMk cId="1493150460" sldId="365"/>
        </pc:sldMkLst>
        <pc:spChg chg="mod">
          <ac:chgData name="ERICK DAMIAN CRIOLLO O�A" userId="S::edcriollo1@espe.edu.ec::6dcbe2a5-cfdc-4b63-9481-50760e65cace" providerId="AD" clId="Web-{CC80EB6E-4766-6F86-C6A6-4C3E4372F867}" dt="2024-12-08T21:57:17.764" v="711" actId="20577"/>
          <ac:spMkLst>
            <pc:docMk/>
            <pc:sldMk cId="1493150460" sldId="365"/>
            <ac:spMk id="3" creationId="{93B8F572-C439-414C-90FA-BE3C081E9B98}"/>
          </ac:spMkLst>
        </pc:spChg>
        <pc:picChg chg="add del">
          <ac:chgData name="ERICK DAMIAN CRIOLLO O�A" userId="S::edcriollo1@espe.edu.ec::6dcbe2a5-cfdc-4b63-9481-50760e65cace" providerId="AD" clId="Web-{CC80EB6E-4766-6F86-C6A6-4C3E4372F867}" dt="2024-12-08T21:57:37.905" v="715"/>
          <ac:picMkLst>
            <pc:docMk/>
            <pc:sldMk cId="1493150460" sldId="365"/>
            <ac:picMk id="4" creationId="{36CE2F60-2930-DC9D-2C80-99DC16394CDC}"/>
          </ac:picMkLst>
        </pc:picChg>
        <pc:picChg chg="mod">
          <ac:chgData name="ERICK DAMIAN CRIOLLO O�A" userId="S::edcriollo1@espe.edu.ec::6dcbe2a5-cfdc-4b63-9481-50760e65cace" providerId="AD" clId="Web-{CC80EB6E-4766-6F86-C6A6-4C3E4372F867}" dt="2024-12-08T21:57:35.077" v="714" actId="1076"/>
          <ac:picMkLst>
            <pc:docMk/>
            <pc:sldMk cId="1493150460" sldId="365"/>
            <ac:picMk id="7" creationId="{2D512829-27C3-38FD-F40E-3D51596E188B}"/>
          </ac:picMkLst>
        </pc:picChg>
      </pc:sldChg>
      <pc:sldChg chg="addSp delSp modSp">
        <pc:chgData name="ERICK DAMIAN CRIOLLO O�A" userId="S::edcriollo1@espe.edu.ec::6dcbe2a5-cfdc-4b63-9481-50760e65cace" providerId="AD" clId="Web-{CC80EB6E-4766-6F86-C6A6-4C3E4372F867}" dt="2024-12-08T22:00:41.442" v="786" actId="1076"/>
        <pc:sldMkLst>
          <pc:docMk/>
          <pc:sldMk cId="921519402" sldId="366"/>
        </pc:sldMkLst>
        <pc:spChg chg="mod">
          <ac:chgData name="ERICK DAMIAN CRIOLLO O�A" userId="S::edcriollo1@espe.edu.ec::6dcbe2a5-cfdc-4b63-9481-50760e65cace" providerId="AD" clId="Web-{CC80EB6E-4766-6F86-C6A6-4C3E4372F867}" dt="2024-12-08T21:58:57.048" v="766" actId="20577"/>
          <ac:spMkLst>
            <pc:docMk/>
            <pc:sldMk cId="921519402" sldId="366"/>
            <ac:spMk id="3" creationId="{93B8F572-C439-414C-90FA-BE3C081E9B98}"/>
          </ac:spMkLst>
        </pc:spChg>
        <pc:picChg chg="add mod modCrop">
          <ac:chgData name="ERICK DAMIAN CRIOLLO O�A" userId="S::edcriollo1@espe.edu.ec::6dcbe2a5-cfdc-4b63-9481-50760e65cace" providerId="AD" clId="Web-{CC80EB6E-4766-6F86-C6A6-4C3E4372F867}" dt="2024-12-08T22:00:41.442" v="786" actId="1076"/>
          <ac:picMkLst>
            <pc:docMk/>
            <pc:sldMk cId="921519402" sldId="366"/>
            <ac:picMk id="9" creationId="{D88DF1A2-79A3-D511-7397-E0BF81120488}"/>
          </ac:picMkLst>
        </pc:picChg>
      </pc:sldChg>
      <pc:sldChg chg="addSp delSp modSp">
        <pc:chgData name="ERICK DAMIAN CRIOLLO O�A" userId="S::edcriollo1@espe.edu.ec::6dcbe2a5-cfdc-4b63-9481-50760e65cace" providerId="AD" clId="Web-{CC80EB6E-4766-6F86-C6A6-4C3E4372F867}" dt="2024-12-08T22:04:03.106" v="882" actId="1076"/>
        <pc:sldMkLst>
          <pc:docMk/>
          <pc:sldMk cId="795099191" sldId="367"/>
        </pc:sldMkLst>
        <pc:spChg chg="mod">
          <ac:chgData name="ERICK DAMIAN CRIOLLO O�A" userId="S::edcriollo1@espe.edu.ec::6dcbe2a5-cfdc-4b63-9481-50760e65cace" providerId="AD" clId="Web-{CC80EB6E-4766-6F86-C6A6-4C3E4372F867}" dt="2024-12-08T22:04:01.731" v="881" actId="1076"/>
          <ac:spMkLst>
            <pc:docMk/>
            <pc:sldMk cId="795099191" sldId="367"/>
            <ac:spMk id="3" creationId="{93B8F572-C439-414C-90FA-BE3C081E9B98}"/>
          </ac:spMkLst>
        </pc:spChg>
        <pc:picChg chg="add mod">
          <ac:chgData name="ERICK DAMIAN CRIOLLO O�A" userId="S::edcriollo1@espe.edu.ec::6dcbe2a5-cfdc-4b63-9481-50760e65cace" providerId="AD" clId="Web-{CC80EB6E-4766-6F86-C6A6-4C3E4372F867}" dt="2024-12-08T22:04:03.106" v="882" actId="1076"/>
          <ac:picMkLst>
            <pc:docMk/>
            <pc:sldMk cId="795099191" sldId="367"/>
            <ac:picMk id="4" creationId="{049E41A4-ACD7-A5F7-6669-EA4ACFA83426}"/>
          </ac:picMkLst>
        </pc:picChg>
      </pc:sldChg>
      <pc:sldChg chg="addSp delSp modSp">
        <pc:chgData name="ERICK DAMIAN CRIOLLO O�A" userId="S::edcriollo1@espe.edu.ec::6dcbe2a5-cfdc-4b63-9481-50760e65cace" providerId="AD" clId="Web-{CC80EB6E-4766-6F86-C6A6-4C3E4372F867}" dt="2024-12-08T22:04:20.762" v="889" actId="1076"/>
        <pc:sldMkLst>
          <pc:docMk/>
          <pc:sldMk cId="3037220131" sldId="368"/>
        </pc:sldMkLst>
        <pc:spChg chg="mod">
          <ac:chgData name="ERICK DAMIAN CRIOLLO O�A" userId="S::edcriollo1@espe.edu.ec::6dcbe2a5-cfdc-4b63-9481-50760e65cace" providerId="AD" clId="Web-{CC80EB6E-4766-6F86-C6A6-4C3E4372F867}" dt="2024-12-08T22:04:15.059" v="886" actId="20577"/>
          <ac:spMkLst>
            <pc:docMk/>
            <pc:sldMk cId="3037220131" sldId="368"/>
            <ac:spMk id="3" creationId="{93B8F572-C439-414C-90FA-BE3C081E9B98}"/>
          </ac:spMkLst>
        </pc:spChg>
        <pc:picChg chg="add mod">
          <ac:chgData name="ERICK DAMIAN CRIOLLO O�A" userId="S::edcriollo1@espe.edu.ec::6dcbe2a5-cfdc-4b63-9481-50760e65cace" providerId="AD" clId="Web-{CC80EB6E-4766-6F86-C6A6-4C3E4372F867}" dt="2024-12-08T22:04:20.762" v="889" actId="1076"/>
          <ac:picMkLst>
            <pc:docMk/>
            <pc:sldMk cId="3037220131" sldId="368"/>
            <ac:picMk id="6" creationId="{04D5FD96-DDE8-F686-9396-0D7FADBC9930}"/>
          </ac:picMkLst>
        </pc:picChg>
      </pc:sldChg>
      <pc:sldChg chg="addSp delSp modSp">
        <pc:chgData name="ERICK DAMIAN CRIOLLO O�A" userId="S::edcriollo1@espe.edu.ec::6dcbe2a5-cfdc-4b63-9481-50760e65cace" providerId="AD" clId="Web-{CC80EB6E-4766-6F86-C6A6-4C3E4372F867}" dt="2024-12-08T22:04:43.669" v="896" actId="1076"/>
        <pc:sldMkLst>
          <pc:docMk/>
          <pc:sldMk cId="2132145110" sldId="369"/>
        </pc:sldMkLst>
        <pc:spChg chg="mod">
          <ac:chgData name="ERICK DAMIAN CRIOLLO O�A" userId="S::edcriollo1@espe.edu.ec::6dcbe2a5-cfdc-4b63-9481-50760e65cace" providerId="AD" clId="Web-{CC80EB6E-4766-6F86-C6A6-4C3E4372F867}" dt="2024-12-08T22:04:39.435" v="895" actId="20577"/>
          <ac:spMkLst>
            <pc:docMk/>
            <pc:sldMk cId="2132145110" sldId="369"/>
            <ac:spMk id="3" creationId="{93B8F572-C439-414C-90FA-BE3C081E9B98}"/>
          </ac:spMkLst>
        </pc:spChg>
      </pc:sldChg>
      <pc:sldChg chg="addSp delSp modSp">
        <pc:chgData name="ERICK DAMIAN CRIOLLO O�A" userId="S::edcriollo1@espe.edu.ec::6dcbe2a5-cfdc-4b63-9481-50760e65cace" providerId="AD" clId="Web-{CC80EB6E-4766-6F86-C6A6-4C3E4372F867}" dt="2024-12-08T22:05:46.109" v="911" actId="1076"/>
        <pc:sldMkLst>
          <pc:docMk/>
          <pc:sldMk cId="2320291172" sldId="371"/>
        </pc:sldMkLst>
        <pc:picChg chg="add mod">
          <ac:chgData name="ERICK DAMIAN CRIOLLO O�A" userId="S::edcriollo1@espe.edu.ec::6dcbe2a5-cfdc-4b63-9481-50760e65cace" providerId="AD" clId="Web-{CC80EB6E-4766-6F86-C6A6-4C3E4372F867}" dt="2024-12-08T22:05:46.109" v="911" actId="1076"/>
          <ac:picMkLst>
            <pc:docMk/>
            <pc:sldMk cId="2320291172" sldId="371"/>
            <ac:picMk id="4" creationId="{AA09C2C8-5E3F-1895-2ECE-DC70573CE94D}"/>
          </ac:picMkLst>
        </pc:picChg>
      </pc:sldChg>
      <pc:sldChg chg="addSp delSp modSp">
        <pc:chgData name="ERICK DAMIAN CRIOLLO O�A" userId="S::edcriollo1@espe.edu.ec::6dcbe2a5-cfdc-4b63-9481-50760e65cace" providerId="AD" clId="Web-{CC80EB6E-4766-6F86-C6A6-4C3E4372F867}" dt="2024-12-08T22:06:25.173" v="949" actId="1076"/>
        <pc:sldMkLst>
          <pc:docMk/>
          <pc:sldMk cId="73835740" sldId="373"/>
        </pc:sldMkLst>
        <pc:spChg chg="mod">
          <ac:chgData name="ERICK DAMIAN CRIOLLO O�A" userId="S::edcriollo1@espe.edu.ec::6dcbe2a5-cfdc-4b63-9481-50760e65cace" providerId="AD" clId="Web-{CC80EB6E-4766-6F86-C6A6-4C3E4372F867}" dt="2024-12-08T22:06:17.891" v="945" actId="20577"/>
          <ac:spMkLst>
            <pc:docMk/>
            <pc:sldMk cId="73835740" sldId="373"/>
            <ac:spMk id="3" creationId="{93B8F572-C439-414C-90FA-BE3C081E9B98}"/>
          </ac:spMkLst>
        </pc:spChg>
        <pc:picChg chg="add mod">
          <ac:chgData name="ERICK DAMIAN CRIOLLO O�A" userId="S::edcriollo1@espe.edu.ec::6dcbe2a5-cfdc-4b63-9481-50760e65cace" providerId="AD" clId="Web-{CC80EB6E-4766-6F86-C6A6-4C3E4372F867}" dt="2024-12-08T22:06:25.173" v="949" actId="1076"/>
          <ac:picMkLst>
            <pc:docMk/>
            <pc:sldMk cId="73835740" sldId="373"/>
            <ac:picMk id="4" creationId="{7292240A-25F0-BB80-D078-CF6971756799}"/>
          </ac:picMkLst>
        </pc:picChg>
      </pc:sldChg>
      <pc:sldChg chg="addSp delSp modSp">
        <pc:chgData name="ERICK DAMIAN CRIOLLO O�A" userId="S::edcriollo1@espe.edu.ec::6dcbe2a5-cfdc-4b63-9481-50760e65cace" providerId="AD" clId="Web-{CC80EB6E-4766-6F86-C6A6-4C3E4372F867}" dt="2024-12-08T22:07:04.580" v="988" actId="1076"/>
        <pc:sldMkLst>
          <pc:docMk/>
          <pc:sldMk cId="504871624" sldId="377"/>
        </pc:sldMkLst>
        <pc:spChg chg="mod">
          <ac:chgData name="ERICK DAMIAN CRIOLLO O�A" userId="S::edcriollo1@espe.edu.ec::6dcbe2a5-cfdc-4b63-9481-50760e65cace" providerId="AD" clId="Web-{CC80EB6E-4766-6F86-C6A6-4C3E4372F867}" dt="2024-12-08T22:06:58.205" v="982" actId="20577"/>
          <ac:spMkLst>
            <pc:docMk/>
            <pc:sldMk cId="504871624" sldId="377"/>
            <ac:spMk id="6" creationId="{559BE94F-2D0C-0AD9-F01E-B29BFE134216}"/>
          </ac:spMkLst>
        </pc:spChg>
        <pc:picChg chg="add mod">
          <ac:chgData name="ERICK DAMIAN CRIOLLO O�A" userId="S::edcriollo1@espe.edu.ec::6dcbe2a5-cfdc-4b63-9481-50760e65cace" providerId="AD" clId="Web-{CC80EB6E-4766-6F86-C6A6-4C3E4372F867}" dt="2024-12-08T22:07:04.580" v="988" actId="1076"/>
          <ac:picMkLst>
            <pc:docMk/>
            <pc:sldMk cId="504871624" sldId="377"/>
            <ac:picMk id="3" creationId="{90DAC726-F50B-062E-DCA1-D983E90A0817}"/>
          </ac:picMkLst>
        </pc:picChg>
      </pc:sldChg>
      <pc:sldChg chg="addSp delSp modSp">
        <pc:chgData name="ERICK DAMIAN CRIOLLO O�A" userId="S::edcriollo1@espe.edu.ec::6dcbe2a5-cfdc-4b63-9481-50760e65cace" providerId="AD" clId="Web-{CC80EB6E-4766-6F86-C6A6-4C3E4372F867}" dt="2024-12-08T22:08:30.583" v="1035" actId="1076"/>
        <pc:sldMkLst>
          <pc:docMk/>
          <pc:sldMk cId="1598552259" sldId="378"/>
        </pc:sldMkLst>
        <pc:spChg chg="mod">
          <ac:chgData name="ERICK DAMIAN CRIOLLO O�A" userId="S::edcriollo1@espe.edu.ec::6dcbe2a5-cfdc-4b63-9481-50760e65cace" providerId="AD" clId="Web-{CC80EB6E-4766-6F86-C6A6-4C3E4372F867}" dt="2024-12-08T22:07:48.004" v="1020" actId="14100"/>
          <ac:spMkLst>
            <pc:docMk/>
            <pc:sldMk cId="1598552259" sldId="378"/>
            <ac:spMk id="6" creationId="{559BE94F-2D0C-0AD9-F01E-B29BFE134216}"/>
          </ac:spMkLst>
        </pc:spChg>
        <pc:picChg chg="add mod modCrop">
          <ac:chgData name="ERICK DAMIAN CRIOLLO O�A" userId="S::edcriollo1@espe.edu.ec::6dcbe2a5-cfdc-4b63-9481-50760e65cace" providerId="AD" clId="Web-{CC80EB6E-4766-6F86-C6A6-4C3E4372F867}" dt="2024-12-08T22:08:15.645" v="1028" actId="1076"/>
          <ac:picMkLst>
            <pc:docMk/>
            <pc:sldMk cId="1598552259" sldId="378"/>
            <ac:picMk id="3" creationId="{CCFECB00-1C47-40CD-74E7-E83C04831423}"/>
          </ac:picMkLst>
        </pc:picChg>
        <pc:picChg chg="add mod modCrop">
          <ac:chgData name="ERICK DAMIAN CRIOLLO O�A" userId="S::edcriollo1@espe.edu.ec::6dcbe2a5-cfdc-4b63-9481-50760e65cace" providerId="AD" clId="Web-{CC80EB6E-4766-6F86-C6A6-4C3E4372F867}" dt="2024-12-08T22:08:30.583" v="1035" actId="1076"/>
          <ac:picMkLst>
            <pc:docMk/>
            <pc:sldMk cId="1598552259" sldId="378"/>
            <ac:picMk id="4" creationId="{FF73612E-7909-9010-DE6C-041D29467822}"/>
          </ac:picMkLst>
        </pc:picChg>
      </pc:sldChg>
      <pc:sldChg chg="addSp delSp modSp">
        <pc:chgData name="ERICK DAMIAN CRIOLLO O�A" userId="S::edcriollo1@espe.edu.ec::6dcbe2a5-cfdc-4b63-9481-50760e65cace" providerId="AD" clId="Web-{CC80EB6E-4766-6F86-C6A6-4C3E4372F867}" dt="2024-12-08T22:02:53.009" v="840" actId="1076"/>
        <pc:sldMkLst>
          <pc:docMk/>
          <pc:sldMk cId="36210345" sldId="384"/>
        </pc:sldMkLst>
        <pc:spChg chg="mod">
          <ac:chgData name="ERICK DAMIAN CRIOLLO O�A" userId="S::edcriollo1@espe.edu.ec::6dcbe2a5-cfdc-4b63-9481-50760e65cace" providerId="AD" clId="Web-{CC80EB6E-4766-6F86-C6A6-4C3E4372F867}" dt="2024-12-08T22:01:26.600" v="816" actId="20577"/>
          <ac:spMkLst>
            <pc:docMk/>
            <pc:sldMk cId="36210345" sldId="384"/>
            <ac:spMk id="3" creationId="{93B8F572-C439-414C-90FA-BE3C081E9B98}"/>
          </ac:spMkLst>
        </pc:spChg>
        <pc:picChg chg="add mod modCrop">
          <ac:chgData name="ERICK DAMIAN CRIOLLO O�A" userId="S::edcriollo1@espe.edu.ec::6dcbe2a5-cfdc-4b63-9481-50760e65cace" providerId="AD" clId="Web-{CC80EB6E-4766-6F86-C6A6-4C3E4372F867}" dt="2024-12-08T22:02:24.290" v="835" actId="1076"/>
          <ac:picMkLst>
            <pc:docMk/>
            <pc:sldMk cId="36210345" sldId="384"/>
            <ac:picMk id="6" creationId="{8A414A15-FEA3-01D2-A123-224C707716BF}"/>
          </ac:picMkLst>
        </pc:picChg>
        <pc:picChg chg="add mod">
          <ac:chgData name="ERICK DAMIAN CRIOLLO O�A" userId="S::edcriollo1@espe.edu.ec::6dcbe2a5-cfdc-4b63-9481-50760e65cace" providerId="AD" clId="Web-{CC80EB6E-4766-6F86-C6A6-4C3E4372F867}" dt="2024-12-08T22:02:51.259" v="839" actId="1076"/>
          <ac:picMkLst>
            <pc:docMk/>
            <pc:sldMk cId="36210345" sldId="384"/>
            <ac:picMk id="10" creationId="{C3DA5FD6-53F5-55A3-1CCB-8D221E95B7AF}"/>
          </ac:picMkLst>
        </pc:picChg>
        <pc:picChg chg="add mod">
          <ac:chgData name="ERICK DAMIAN CRIOLLO O�A" userId="S::edcriollo1@espe.edu.ec::6dcbe2a5-cfdc-4b63-9481-50760e65cace" providerId="AD" clId="Web-{CC80EB6E-4766-6F86-C6A6-4C3E4372F867}" dt="2024-12-08T22:02:53.009" v="840" actId="1076"/>
          <ac:picMkLst>
            <pc:docMk/>
            <pc:sldMk cId="36210345" sldId="384"/>
            <ac:picMk id="11" creationId="{7536855E-22CA-B659-BE84-B48674DFDA4B}"/>
          </ac:picMkLst>
        </pc:picChg>
      </pc:sldChg>
      <pc:sldChg chg="addSp delSp modSp">
        <pc:chgData name="ERICK DAMIAN CRIOLLO O�A" userId="S::edcriollo1@espe.edu.ec::6dcbe2a5-cfdc-4b63-9481-50760e65cace" providerId="AD" clId="Web-{CC80EB6E-4766-6F86-C6A6-4C3E4372F867}" dt="2024-12-08T21:50:29.765" v="506" actId="1076"/>
        <pc:sldMkLst>
          <pc:docMk/>
          <pc:sldMk cId="2655309640" sldId="386"/>
        </pc:sldMkLst>
        <pc:spChg chg="mod">
          <ac:chgData name="ERICK DAMIAN CRIOLLO O�A" userId="S::edcriollo1@espe.edu.ec::6dcbe2a5-cfdc-4b63-9481-50760e65cace" providerId="AD" clId="Web-{CC80EB6E-4766-6F86-C6A6-4C3E4372F867}" dt="2024-12-08T21:50:13.702" v="503" actId="20577"/>
          <ac:spMkLst>
            <pc:docMk/>
            <pc:sldMk cId="2655309640" sldId="386"/>
            <ac:spMk id="3" creationId="{93B8F572-C439-414C-90FA-BE3C081E9B98}"/>
          </ac:spMkLst>
        </pc:spChg>
        <pc:picChg chg="add mod">
          <ac:chgData name="ERICK DAMIAN CRIOLLO O�A" userId="S::edcriollo1@espe.edu.ec::6dcbe2a5-cfdc-4b63-9481-50760e65cace" providerId="AD" clId="Web-{CC80EB6E-4766-6F86-C6A6-4C3E4372F867}" dt="2024-12-08T21:50:29.765" v="506" actId="1076"/>
          <ac:picMkLst>
            <pc:docMk/>
            <pc:sldMk cId="2655309640" sldId="386"/>
            <ac:picMk id="6" creationId="{D30F882A-57A1-41F6-00E0-CD48E0C7C1D5}"/>
          </ac:picMkLst>
        </pc:picChg>
      </pc:sldChg>
      <pc:sldChg chg="addSp delSp modSp">
        <pc:chgData name="ERICK DAMIAN CRIOLLO O�A" userId="S::edcriollo1@espe.edu.ec::6dcbe2a5-cfdc-4b63-9481-50760e65cace" providerId="AD" clId="Web-{CC80EB6E-4766-6F86-C6A6-4C3E4372F867}" dt="2024-12-08T21:46:22.710" v="388" actId="1076"/>
        <pc:sldMkLst>
          <pc:docMk/>
          <pc:sldMk cId="3144295167" sldId="387"/>
        </pc:sldMkLst>
        <pc:spChg chg="mod">
          <ac:chgData name="ERICK DAMIAN CRIOLLO O�A" userId="S::edcriollo1@espe.edu.ec::6dcbe2a5-cfdc-4b63-9481-50760e65cace" providerId="AD" clId="Web-{CC80EB6E-4766-6F86-C6A6-4C3E4372F867}" dt="2024-12-08T21:46:17.538" v="385" actId="1076"/>
          <ac:spMkLst>
            <pc:docMk/>
            <pc:sldMk cId="3144295167" sldId="387"/>
            <ac:spMk id="3" creationId="{93B8F572-C439-414C-90FA-BE3C081E9B98}"/>
          </ac:spMkLst>
        </pc:spChg>
        <pc:picChg chg="add mod">
          <ac:chgData name="ERICK DAMIAN CRIOLLO O�A" userId="S::edcriollo1@espe.edu.ec::6dcbe2a5-cfdc-4b63-9481-50760e65cace" providerId="AD" clId="Web-{CC80EB6E-4766-6F86-C6A6-4C3E4372F867}" dt="2024-12-08T21:46:22.710" v="388" actId="1076"/>
          <ac:picMkLst>
            <pc:docMk/>
            <pc:sldMk cId="3144295167" sldId="387"/>
            <ac:picMk id="4" creationId="{06EA80E1-83E2-67DD-828F-188A2D25628C}"/>
          </ac:picMkLst>
        </pc:picChg>
      </pc:sldChg>
      <pc:sldChg chg="addSp delSp modSp add replId">
        <pc:chgData name="ERICK DAMIAN CRIOLLO O�A" userId="S::edcriollo1@espe.edu.ec::6dcbe2a5-cfdc-4b63-9481-50760e65cace" providerId="AD" clId="Web-{CC80EB6E-4766-6F86-C6A6-4C3E4372F867}" dt="2024-12-08T21:54:46.633" v="662" actId="1076"/>
        <pc:sldMkLst>
          <pc:docMk/>
          <pc:sldMk cId="1011879459" sldId="388"/>
        </pc:sldMkLst>
        <pc:spChg chg="mod">
          <ac:chgData name="ERICK DAMIAN CRIOLLO O�A" userId="S::edcriollo1@espe.edu.ec::6dcbe2a5-cfdc-4b63-9481-50760e65cace" providerId="AD" clId="Web-{CC80EB6E-4766-6F86-C6A6-4C3E4372F867}" dt="2024-12-08T21:54:34.117" v="659" actId="20577"/>
          <ac:spMkLst>
            <pc:docMk/>
            <pc:sldMk cId="1011879459" sldId="388"/>
            <ac:spMk id="3" creationId="{93B8F572-C439-414C-90FA-BE3C081E9B98}"/>
          </ac:spMkLst>
        </pc:spChg>
        <pc:picChg chg="add mod">
          <ac:chgData name="ERICK DAMIAN CRIOLLO O�A" userId="S::edcriollo1@espe.edu.ec::6dcbe2a5-cfdc-4b63-9481-50760e65cace" providerId="AD" clId="Web-{CC80EB6E-4766-6F86-C6A6-4C3E4372F867}" dt="2024-12-08T21:54:46.633" v="662" actId="1076"/>
          <ac:picMkLst>
            <pc:docMk/>
            <pc:sldMk cId="1011879459" sldId="388"/>
            <ac:picMk id="6" creationId="{53395F14-B042-42CF-5DB1-55D970AB3E41}"/>
          </ac:picMkLst>
        </pc:picChg>
      </pc:sldChg>
      <pc:sldChg chg="addSp delSp modSp add replId">
        <pc:chgData name="ERICK DAMIAN CRIOLLO O�A" userId="S::edcriollo1@espe.edu.ec::6dcbe2a5-cfdc-4b63-9481-50760e65cace" providerId="AD" clId="Web-{CC80EB6E-4766-6F86-C6A6-4C3E4372F867}" dt="2024-12-08T21:55:59.480" v="703" actId="1076"/>
        <pc:sldMkLst>
          <pc:docMk/>
          <pc:sldMk cId="2231430991" sldId="389"/>
        </pc:sldMkLst>
        <pc:spChg chg="mod">
          <ac:chgData name="ERICK DAMIAN CRIOLLO O�A" userId="S::edcriollo1@espe.edu.ec::6dcbe2a5-cfdc-4b63-9481-50760e65cace" providerId="AD" clId="Web-{CC80EB6E-4766-6F86-C6A6-4C3E4372F867}" dt="2024-12-08T21:55:11.275" v="683" actId="20577"/>
          <ac:spMkLst>
            <pc:docMk/>
            <pc:sldMk cId="2231430991" sldId="389"/>
            <ac:spMk id="3" creationId="{93B8F572-C439-414C-90FA-BE3C081E9B98}"/>
          </ac:spMkLst>
        </pc:spChg>
        <pc:picChg chg="add mod modCrop">
          <ac:chgData name="ERICK DAMIAN CRIOLLO O�A" userId="S::edcriollo1@espe.edu.ec::6dcbe2a5-cfdc-4b63-9481-50760e65cace" providerId="AD" clId="Web-{CC80EB6E-4766-6F86-C6A6-4C3E4372F867}" dt="2024-12-08T21:55:59.480" v="703" actId="1076"/>
          <ac:picMkLst>
            <pc:docMk/>
            <pc:sldMk cId="2231430991" sldId="389"/>
            <ac:picMk id="4" creationId="{AA583330-4090-B8F8-50C1-9D4B0017BB70}"/>
          </ac:picMkLst>
        </pc:picChg>
        <pc:picChg chg="add mod">
          <ac:chgData name="ERICK DAMIAN CRIOLLO O�A" userId="S::edcriollo1@espe.edu.ec::6dcbe2a5-cfdc-4b63-9481-50760e65cace" providerId="AD" clId="Web-{CC80EB6E-4766-6F86-C6A6-4C3E4372F867}" dt="2024-12-08T21:55:43.339" v="697" actId="1076"/>
          <ac:picMkLst>
            <pc:docMk/>
            <pc:sldMk cId="2231430991" sldId="389"/>
            <ac:picMk id="7" creationId="{3FE0E55B-1613-E8FD-8D91-80E6CA7B4823}"/>
          </ac:picMkLst>
        </pc:picChg>
        <pc:picChg chg="add mod modCrop">
          <ac:chgData name="ERICK DAMIAN CRIOLLO O�A" userId="S::edcriollo1@espe.edu.ec::6dcbe2a5-cfdc-4b63-9481-50760e65cace" providerId="AD" clId="Web-{CC80EB6E-4766-6F86-C6A6-4C3E4372F867}" dt="2024-12-08T21:55:49.979" v="700" actId="1076"/>
          <ac:picMkLst>
            <pc:docMk/>
            <pc:sldMk cId="2231430991" sldId="389"/>
            <ac:picMk id="8" creationId="{DDFF26BE-9A89-F735-5B0F-0BB171AEAA90}"/>
          </ac:picMkLst>
        </pc:picChg>
      </pc:sldChg>
      <pc:sldChg chg="addSp delSp modSp add replId">
        <pc:chgData name="ERICK DAMIAN CRIOLLO O�A" userId="S::edcriollo1@espe.edu.ec::6dcbe2a5-cfdc-4b63-9481-50760e65cace" providerId="AD" clId="Web-{CC80EB6E-4766-6F86-C6A6-4C3E4372F867}" dt="2024-12-08T22:05:10.217" v="906" actId="1076"/>
        <pc:sldMkLst>
          <pc:docMk/>
          <pc:sldMk cId="4062568186" sldId="390"/>
        </pc:sldMkLst>
        <pc:spChg chg="mod">
          <ac:chgData name="ERICK DAMIAN CRIOLLO O�A" userId="S::edcriollo1@espe.edu.ec::6dcbe2a5-cfdc-4b63-9481-50760e65cace" providerId="AD" clId="Web-{CC80EB6E-4766-6F86-C6A6-4C3E4372F867}" dt="2024-12-08T22:05:00.451" v="901" actId="20577"/>
          <ac:spMkLst>
            <pc:docMk/>
            <pc:sldMk cId="4062568186" sldId="390"/>
            <ac:spMk id="3" creationId="{93B8F572-C439-414C-90FA-BE3C081E9B98}"/>
          </ac:spMkLst>
        </pc:spChg>
        <pc:picChg chg="add mod">
          <ac:chgData name="ERICK DAMIAN CRIOLLO O�A" userId="S::edcriollo1@espe.edu.ec::6dcbe2a5-cfdc-4b63-9481-50760e65cace" providerId="AD" clId="Web-{CC80EB6E-4766-6F86-C6A6-4C3E4372F867}" dt="2024-12-08T22:05:10.217" v="906" actId="1076"/>
          <ac:picMkLst>
            <pc:docMk/>
            <pc:sldMk cId="4062568186" sldId="390"/>
            <ac:picMk id="6" creationId="{43D8BEC9-FB9A-2E78-2C68-6D661ECEE935}"/>
          </ac:picMkLst>
        </pc:picChg>
      </pc:sldChg>
      <pc:sldChg chg="addSp delSp modSp add replId">
        <pc:chgData name="ERICK DAMIAN CRIOLLO O�A" userId="S::edcriollo1@espe.edu.ec::6dcbe2a5-cfdc-4b63-9481-50760e65cace" providerId="AD" clId="Web-{CC80EB6E-4766-6F86-C6A6-4C3E4372F867}" dt="2024-12-08T22:10:28.634" v="1108" actId="1076"/>
        <pc:sldMkLst>
          <pc:docMk/>
          <pc:sldMk cId="792986732" sldId="391"/>
        </pc:sldMkLst>
        <pc:spChg chg="mod">
          <ac:chgData name="ERICK DAMIAN CRIOLLO O�A" userId="S::edcriollo1@espe.edu.ec::6dcbe2a5-cfdc-4b63-9481-50760e65cace" providerId="AD" clId="Web-{CC80EB6E-4766-6F86-C6A6-4C3E4372F867}" dt="2024-12-08T22:09:37.601" v="1094" actId="1076"/>
          <ac:spMkLst>
            <pc:docMk/>
            <pc:sldMk cId="792986732" sldId="391"/>
            <ac:spMk id="6" creationId="{559BE94F-2D0C-0AD9-F01E-B29BFE134216}"/>
          </ac:spMkLst>
        </pc:spChg>
        <pc:picChg chg="add mod modCrop">
          <ac:chgData name="ERICK DAMIAN CRIOLLO O�A" userId="S::edcriollo1@espe.edu.ec::6dcbe2a5-cfdc-4b63-9481-50760e65cace" providerId="AD" clId="Web-{CC80EB6E-4766-6F86-C6A6-4C3E4372F867}" dt="2024-12-08T22:10:06.134" v="1100" actId="1076"/>
          <ac:picMkLst>
            <pc:docMk/>
            <pc:sldMk cId="792986732" sldId="391"/>
            <ac:picMk id="3" creationId="{B0C5208F-8B7E-4F3C-E693-A634AEFBB005}"/>
          </ac:picMkLst>
        </pc:picChg>
        <pc:picChg chg="add mod modCrop">
          <ac:chgData name="ERICK DAMIAN CRIOLLO O�A" userId="S::edcriollo1@espe.edu.ec::6dcbe2a5-cfdc-4b63-9481-50760e65cace" providerId="AD" clId="Web-{CC80EB6E-4766-6F86-C6A6-4C3E4372F867}" dt="2024-12-08T22:10:28.634" v="1108" actId="1076"/>
          <ac:picMkLst>
            <pc:docMk/>
            <pc:sldMk cId="792986732" sldId="391"/>
            <ac:picMk id="4" creationId="{5581AE68-68B2-F84D-A1AE-7F246AE03B47}"/>
          </ac:picMkLst>
        </pc:picChg>
      </pc:sldChg>
      <pc:sldChg chg="addSp delSp modSp add replId">
        <pc:chgData name="ERICK DAMIAN CRIOLLO O�A" userId="S::edcriollo1@espe.edu.ec::6dcbe2a5-cfdc-4b63-9481-50760e65cace" providerId="AD" clId="Web-{CC80EB6E-4766-6F86-C6A6-4C3E4372F867}" dt="2024-12-08T22:11:49.450" v="1178" actId="14100"/>
        <pc:sldMkLst>
          <pc:docMk/>
          <pc:sldMk cId="3257151245" sldId="392"/>
        </pc:sldMkLst>
        <pc:spChg chg="mod">
          <ac:chgData name="ERICK DAMIAN CRIOLLO O�A" userId="S::edcriollo1@espe.edu.ec::6dcbe2a5-cfdc-4b63-9481-50760e65cace" providerId="AD" clId="Web-{CC80EB6E-4766-6F86-C6A6-4C3E4372F867}" dt="2024-12-08T22:11:12.417" v="1168" actId="20577"/>
          <ac:spMkLst>
            <pc:docMk/>
            <pc:sldMk cId="3257151245" sldId="392"/>
            <ac:spMk id="6" creationId="{559BE94F-2D0C-0AD9-F01E-B29BFE134216}"/>
          </ac:spMkLst>
        </pc:spChg>
      </pc:sldChg>
      <pc:sldChg chg="addSp delSp modSp add replId">
        <pc:chgData name="ERICK DAMIAN CRIOLLO O�A" userId="S::edcriollo1@espe.edu.ec::6dcbe2a5-cfdc-4b63-9481-50760e65cace" providerId="AD" clId="Web-{CC80EB6E-4766-6F86-C6A6-4C3E4372F867}" dt="2024-12-08T22:12:58.827" v="1232" actId="1076"/>
        <pc:sldMkLst>
          <pc:docMk/>
          <pc:sldMk cId="1990022039" sldId="393"/>
        </pc:sldMkLst>
        <pc:spChg chg="mod">
          <ac:chgData name="ERICK DAMIAN CRIOLLO O�A" userId="S::edcriollo1@espe.edu.ec::6dcbe2a5-cfdc-4b63-9481-50760e65cace" providerId="AD" clId="Web-{CC80EB6E-4766-6F86-C6A6-4C3E4372F867}" dt="2024-12-08T22:12:16.279" v="1218" actId="20577"/>
          <ac:spMkLst>
            <pc:docMk/>
            <pc:sldMk cId="1990022039" sldId="393"/>
            <ac:spMk id="6" creationId="{559BE94F-2D0C-0AD9-F01E-B29BFE134216}"/>
          </ac:spMkLst>
        </pc:spChg>
        <pc:picChg chg="add mod modCrop">
          <ac:chgData name="ERICK DAMIAN CRIOLLO O�A" userId="S::edcriollo1@espe.edu.ec::6dcbe2a5-cfdc-4b63-9481-50760e65cace" providerId="AD" clId="Web-{CC80EB6E-4766-6F86-C6A6-4C3E4372F867}" dt="2024-12-08T22:12:58.827" v="1232" actId="1076"/>
          <ac:picMkLst>
            <pc:docMk/>
            <pc:sldMk cId="1990022039" sldId="393"/>
            <ac:picMk id="4" creationId="{87592205-0331-3AD9-7B36-BE8163FEA3DB}"/>
          </ac:picMkLst>
        </pc:picChg>
      </pc:sldChg>
    </pc:docChg>
  </pc:docChgLst>
  <pc:docChgLst>
    <pc:chgData name="SEBASTIAN DIEGO JIMENEZ NIETO" userId="S::sdjimenez4@espe.edu.ec::8b3b1eae-a86e-4dc5-a2b8-2fa53cc6984c" providerId="AD" clId="Web-{C340272C-82DD-48EE-BE87-2C47E17667D9}"/>
    <pc:docChg chg="modSld">
      <pc:chgData name="SEBASTIAN DIEGO JIMENEZ NIETO" userId="S::sdjimenez4@espe.edu.ec::8b3b1eae-a86e-4dc5-a2b8-2fa53cc6984c" providerId="AD" clId="Web-{C340272C-82DD-48EE-BE87-2C47E17667D9}" dt="2025-01-24T22:42:25.380" v="22" actId="1076"/>
      <pc:docMkLst>
        <pc:docMk/>
      </pc:docMkLst>
      <pc:sldChg chg="addSp delSp modSp">
        <pc:chgData name="SEBASTIAN DIEGO JIMENEZ NIETO" userId="S::sdjimenez4@espe.edu.ec::8b3b1eae-a86e-4dc5-a2b8-2fa53cc6984c" providerId="AD" clId="Web-{C340272C-82DD-48EE-BE87-2C47E17667D9}" dt="2025-01-24T22:38:40.090" v="4" actId="1076"/>
        <pc:sldMkLst>
          <pc:docMk/>
          <pc:sldMk cId="2132145110" sldId="369"/>
        </pc:sldMkLst>
        <pc:picChg chg="add mod">
          <ac:chgData name="SEBASTIAN DIEGO JIMENEZ NIETO" userId="S::sdjimenez4@espe.edu.ec::8b3b1eae-a86e-4dc5-a2b8-2fa53cc6984c" providerId="AD" clId="Web-{C340272C-82DD-48EE-BE87-2C47E17667D9}" dt="2025-01-24T22:38:40.090" v="4" actId="1076"/>
          <ac:picMkLst>
            <pc:docMk/>
            <pc:sldMk cId="2132145110" sldId="369"/>
            <ac:picMk id="4" creationId="{44368D0B-5368-F550-65EF-F450B2522416}"/>
          </ac:picMkLst>
        </pc:picChg>
        <pc:picChg chg="del">
          <ac:chgData name="SEBASTIAN DIEGO JIMENEZ NIETO" userId="S::sdjimenez4@espe.edu.ec::8b3b1eae-a86e-4dc5-a2b8-2fa53cc6984c" providerId="AD" clId="Web-{C340272C-82DD-48EE-BE87-2C47E17667D9}" dt="2025-01-24T22:38:34.059" v="0"/>
          <ac:picMkLst>
            <pc:docMk/>
            <pc:sldMk cId="2132145110" sldId="369"/>
            <ac:picMk id="6" creationId="{93363223-B960-12F7-5005-87AEA0622634}"/>
          </ac:picMkLst>
        </pc:picChg>
      </pc:sldChg>
      <pc:sldChg chg="addSp delSp modSp">
        <pc:chgData name="SEBASTIAN DIEGO JIMENEZ NIETO" userId="S::sdjimenez4@espe.edu.ec::8b3b1eae-a86e-4dc5-a2b8-2fa53cc6984c" providerId="AD" clId="Web-{C340272C-82DD-48EE-BE87-2C47E17667D9}" dt="2025-01-24T22:40:16.859" v="12" actId="1076"/>
        <pc:sldMkLst>
          <pc:docMk/>
          <pc:sldMk cId="2231430991" sldId="389"/>
        </pc:sldMkLst>
        <pc:picChg chg="del">
          <ac:chgData name="SEBASTIAN DIEGO JIMENEZ NIETO" userId="S::sdjimenez4@espe.edu.ec::8b3b1eae-a86e-4dc5-a2b8-2fa53cc6984c" providerId="AD" clId="Web-{C340272C-82DD-48EE-BE87-2C47E17667D9}" dt="2025-01-24T22:40:11.797" v="10"/>
          <ac:picMkLst>
            <pc:docMk/>
            <pc:sldMk cId="2231430991" sldId="389"/>
            <ac:picMk id="4" creationId="{AA583330-4090-B8F8-50C1-9D4B0017BB70}"/>
          </ac:picMkLst>
        </pc:picChg>
        <pc:picChg chg="add mod">
          <ac:chgData name="SEBASTIAN DIEGO JIMENEZ NIETO" userId="S::sdjimenez4@espe.edu.ec::8b3b1eae-a86e-4dc5-a2b8-2fa53cc6984c" providerId="AD" clId="Web-{C340272C-82DD-48EE-BE87-2C47E17667D9}" dt="2025-01-24T22:40:16.859" v="12" actId="1076"/>
          <ac:picMkLst>
            <pc:docMk/>
            <pc:sldMk cId="2231430991" sldId="389"/>
            <ac:picMk id="6" creationId="{C4DB1AFB-0EEA-7E7B-4B3C-C82FB342A9A1}"/>
          </ac:picMkLst>
        </pc:picChg>
        <pc:picChg chg="del">
          <ac:chgData name="SEBASTIAN DIEGO JIMENEZ NIETO" userId="S::sdjimenez4@espe.edu.ec::8b3b1eae-a86e-4dc5-a2b8-2fa53cc6984c" providerId="AD" clId="Web-{C340272C-82DD-48EE-BE87-2C47E17667D9}" dt="2025-01-24T22:39:52.046" v="6"/>
          <ac:picMkLst>
            <pc:docMk/>
            <pc:sldMk cId="2231430991" sldId="389"/>
            <ac:picMk id="7" creationId="{3FE0E55B-1613-E8FD-8D91-80E6CA7B4823}"/>
          </ac:picMkLst>
        </pc:picChg>
      </pc:sldChg>
      <pc:sldChg chg="modSp">
        <pc:chgData name="SEBASTIAN DIEGO JIMENEZ NIETO" userId="S::sdjimenez4@espe.edu.ec::8b3b1eae-a86e-4dc5-a2b8-2fa53cc6984c" providerId="AD" clId="Web-{C340272C-82DD-48EE-BE87-2C47E17667D9}" dt="2025-01-24T22:38:43.934" v="5" actId="1076"/>
        <pc:sldMkLst>
          <pc:docMk/>
          <pc:sldMk cId="4062568186" sldId="390"/>
        </pc:sldMkLst>
        <pc:picChg chg="mod">
          <ac:chgData name="SEBASTIAN DIEGO JIMENEZ NIETO" userId="S::sdjimenez4@espe.edu.ec::8b3b1eae-a86e-4dc5-a2b8-2fa53cc6984c" providerId="AD" clId="Web-{C340272C-82DD-48EE-BE87-2C47E17667D9}" dt="2025-01-24T22:38:43.934" v="5" actId="1076"/>
          <ac:picMkLst>
            <pc:docMk/>
            <pc:sldMk cId="4062568186" sldId="390"/>
            <ac:picMk id="6" creationId="{43D8BEC9-FB9A-2E78-2C68-6D661ECEE935}"/>
          </ac:picMkLst>
        </pc:picChg>
      </pc:sldChg>
      <pc:sldChg chg="addSp delSp modSp">
        <pc:chgData name="SEBASTIAN DIEGO JIMENEZ NIETO" userId="S::sdjimenez4@espe.edu.ec::8b3b1eae-a86e-4dc5-a2b8-2fa53cc6984c" providerId="AD" clId="Web-{C340272C-82DD-48EE-BE87-2C47E17667D9}" dt="2025-01-24T22:42:25.380" v="22" actId="1076"/>
        <pc:sldMkLst>
          <pc:docMk/>
          <pc:sldMk cId="1990022039" sldId="393"/>
        </pc:sldMkLst>
        <pc:picChg chg="add mod modCrop">
          <ac:chgData name="SEBASTIAN DIEGO JIMENEZ NIETO" userId="S::sdjimenez4@espe.edu.ec::8b3b1eae-a86e-4dc5-a2b8-2fa53cc6984c" providerId="AD" clId="Web-{C340272C-82DD-48EE-BE87-2C47E17667D9}" dt="2025-01-24T22:42:25.380" v="22" actId="1076"/>
          <ac:picMkLst>
            <pc:docMk/>
            <pc:sldMk cId="1990022039" sldId="393"/>
            <ac:picMk id="3" creationId="{ED1CAD3B-2DF7-1245-D97D-47B8D583BAB4}"/>
          </ac:picMkLst>
        </pc:picChg>
        <pc:picChg chg="del">
          <ac:chgData name="SEBASTIAN DIEGO JIMENEZ NIETO" userId="S::sdjimenez4@espe.edu.ec::8b3b1eae-a86e-4dc5-a2b8-2fa53cc6984c" providerId="AD" clId="Web-{C340272C-82DD-48EE-BE87-2C47E17667D9}" dt="2025-01-24T22:41:45.566" v="13"/>
          <ac:picMkLst>
            <pc:docMk/>
            <pc:sldMk cId="1990022039" sldId="393"/>
            <ac:picMk id="7" creationId="{0D9CFEAC-4614-71D1-7003-5F026EEAE33D}"/>
          </ac:picMkLst>
        </pc:picChg>
      </pc:sldChg>
    </pc:docChg>
  </pc:docChgLst>
  <pc:docChgLst>
    <pc:chgData name="ERICK DAMIAN CRIOLLO O�A" userId="S::edcriollo1@espe.edu.ec::6dcbe2a5-cfdc-4b63-9481-50760e65cace" providerId="AD" clId="Web-{99EBDBF3-E5D8-F7FD-69D9-CEB4954F8251}"/>
    <pc:docChg chg="modSld">
      <pc:chgData name="ERICK DAMIAN CRIOLLO O�A" userId="S::edcriollo1@espe.edu.ec::6dcbe2a5-cfdc-4b63-9481-50760e65cace" providerId="AD" clId="Web-{99EBDBF3-E5D8-F7FD-69D9-CEB4954F8251}" dt="2024-12-10T02:02:55.840" v="20" actId="1076"/>
      <pc:docMkLst>
        <pc:docMk/>
      </pc:docMkLst>
      <pc:sldChg chg="addSp delSp modSp">
        <pc:chgData name="ERICK DAMIAN CRIOLLO O�A" userId="S::edcriollo1@espe.edu.ec::6dcbe2a5-cfdc-4b63-9481-50760e65cace" providerId="AD" clId="Web-{99EBDBF3-E5D8-F7FD-69D9-CEB4954F8251}" dt="2024-12-10T02:01:13.944" v="4" actId="1076"/>
        <pc:sldMkLst>
          <pc:docMk/>
          <pc:sldMk cId="2132145110" sldId="369"/>
        </pc:sldMkLst>
        <pc:picChg chg="add mod">
          <ac:chgData name="ERICK DAMIAN CRIOLLO O�A" userId="S::edcriollo1@espe.edu.ec::6dcbe2a5-cfdc-4b63-9481-50760e65cace" providerId="AD" clId="Web-{99EBDBF3-E5D8-F7FD-69D9-CEB4954F8251}" dt="2024-12-10T02:01:13.944" v="4" actId="1076"/>
          <ac:picMkLst>
            <pc:docMk/>
            <pc:sldMk cId="2132145110" sldId="369"/>
            <ac:picMk id="6" creationId="{93363223-B960-12F7-5005-87AEA0622634}"/>
          </ac:picMkLst>
        </pc:picChg>
      </pc:sldChg>
      <pc:sldChg chg="addSp delSp modSp">
        <pc:chgData name="ERICK DAMIAN CRIOLLO O�A" userId="S::edcriollo1@espe.edu.ec::6dcbe2a5-cfdc-4b63-9481-50760e65cace" providerId="AD" clId="Web-{99EBDBF3-E5D8-F7FD-69D9-CEB4954F8251}" dt="2024-12-10T02:02:22.619" v="14" actId="1076"/>
        <pc:sldMkLst>
          <pc:docMk/>
          <pc:sldMk cId="3257151245" sldId="392"/>
        </pc:sldMkLst>
        <pc:picChg chg="add mod modCrop">
          <ac:chgData name="ERICK DAMIAN CRIOLLO O�A" userId="S::edcriollo1@espe.edu.ec::6dcbe2a5-cfdc-4b63-9481-50760e65cace" providerId="AD" clId="Web-{99EBDBF3-E5D8-F7FD-69D9-CEB4954F8251}" dt="2024-12-10T02:02:00.774" v="10" actId="1076"/>
          <ac:picMkLst>
            <pc:docMk/>
            <pc:sldMk cId="3257151245" sldId="392"/>
            <ac:picMk id="7" creationId="{63CD0BDB-0407-BA60-4B7D-23047E30E561}"/>
          </ac:picMkLst>
        </pc:picChg>
        <pc:picChg chg="add mod">
          <ac:chgData name="ERICK DAMIAN CRIOLLO O�A" userId="S::edcriollo1@espe.edu.ec::6dcbe2a5-cfdc-4b63-9481-50760e65cace" providerId="AD" clId="Web-{99EBDBF3-E5D8-F7FD-69D9-CEB4954F8251}" dt="2024-12-10T02:02:22.619" v="14" actId="1076"/>
          <ac:picMkLst>
            <pc:docMk/>
            <pc:sldMk cId="3257151245" sldId="392"/>
            <ac:picMk id="8" creationId="{108C49D0-E2C4-9B85-AC65-F18B0F044160}"/>
          </ac:picMkLst>
        </pc:picChg>
      </pc:sldChg>
      <pc:sldChg chg="addSp delSp modSp">
        <pc:chgData name="ERICK DAMIAN CRIOLLO O�A" userId="S::edcriollo1@espe.edu.ec::6dcbe2a5-cfdc-4b63-9481-50760e65cace" providerId="AD" clId="Web-{99EBDBF3-E5D8-F7FD-69D9-CEB4954F8251}" dt="2024-12-10T02:02:55.840" v="20" actId="1076"/>
        <pc:sldMkLst>
          <pc:docMk/>
          <pc:sldMk cId="1990022039" sldId="393"/>
        </pc:sldMkLst>
        <pc:picChg chg="add mod">
          <ac:chgData name="ERICK DAMIAN CRIOLLO O�A" userId="S::edcriollo1@espe.edu.ec::6dcbe2a5-cfdc-4b63-9481-50760e65cace" providerId="AD" clId="Web-{99EBDBF3-E5D8-F7FD-69D9-CEB4954F8251}" dt="2024-12-10T02:02:55.840" v="20" actId="1076"/>
          <ac:picMkLst>
            <pc:docMk/>
            <pc:sldMk cId="1990022039" sldId="393"/>
            <ac:picMk id="7" creationId="{0D9CFEAC-4614-71D1-7003-5F026EEAE33D}"/>
          </ac:picMkLst>
        </pc:picChg>
      </pc:sldChg>
    </pc:docChg>
  </pc:docChgLst>
  <pc:docChgLst>
    <pc:chgData name="JIMENA NAYELI TUTILLO TUTILLO" userId="S::jntutillo@espe.edu.ec::f0c8bb3d-2d5e-46f8-8ecd-bb102e0a4caa" providerId="AD" clId="Web-{96E58477-6AF1-6C16-F02E-CCE93A1AAC47}"/>
    <pc:docChg chg="addSld modSld">
      <pc:chgData name="JIMENA NAYELI TUTILLO TUTILLO" userId="S::jntutillo@espe.edu.ec::f0c8bb3d-2d5e-46f8-8ecd-bb102e0a4caa" providerId="AD" clId="Web-{96E58477-6AF1-6C16-F02E-CCE93A1AAC47}" dt="2024-12-10T02:36:37.188" v="51"/>
      <pc:docMkLst>
        <pc:docMk/>
      </pc:docMkLst>
      <pc:sldChg chg="modSp">
        <pc:chgData name="JIMENA NAYELI TUTILLO TUTILLO" userId="S::jntutillo@espe.edu.ec::f0c8bb3d-2d5e-46f8-8ecd-bb102e0a4caa" providerId="AD" clId="Web-{96E58477-6AF1-6C16-F02E-CCE93A1AAC47}" dt="2024-12-10T02:34:56.260" v="35" actId="20577"/>
        <pc:sldMkLst>
          <pc:docMk/>
          <pc:sldMk cId="4206866613" sldId="258"/>
        </pc:sldMkLst>
        <pc:spChg chg="mod">
          <ac:chgData name="JIMENA NAYELI TUTILLO TUTILLO" userId="S::jntutillo@espe.edu.ec::f0c8bb3d-2d5e-46f8-8ecd-bb102e0a4caa" providerId="AD" clId="Web-{96E58477-6AF1-6C16-F02E-CCE93A1AAC47}" dt="2024-12-10T02:34:56.260" v="35" actId="20577"/>
          <ac:spMkLst>
            <pc:docMk/>
            <pc:sldMk cId="4206866613" sldId="258"/>
            <ac:spMk id="3" creationId="{3D0C571E-A349-4667-927F-5916BE6073A2}"/>
          </ac:spMkLst>
        </pc:spChg>
        <pc:spChg chg="mod">
          <ac:chgData name="JIMENA NAYELI TUTILLO TUTILLO" userId="S::jntutillo@espe.edu.ec::f0c8bb3d-2d5e-46f8-8ecd-bb102e0a4caa" providerId="AD" clId="Web-{96E58477-6AF1-6C16-F02E-CCE93A1AAC47}" dt="2024-12-10T02:34:47.619" v="34" actId="20577"/>
          <ac:spMkLst>
            <pc:docMk/>
            <pc:sldMk cId="4206866613" sldId="258"/>
            <ac:spMk id="5" creationId="{1967A448-01D9-4956-A50F-F9BFFBEC42EB}"/>
          </ac:spMkLst>
        </pc:spChg>
      </pc:sldChg>
      <pc:sldChg chg="addSp delSp modSp">
        <pc:chgData name="JIMENA NAYELI TUTILLO TUTILLO" userId="S::jntutillo@espe.edu.ec::f0c8bb3d-2d5e-46f8-8ecd-bb102e0a4caa" providerId="AD" clId="Web-{96E58477-6AF1-6C16-F02E-CCE93A1AAC47}" dt="2024-12-10T02:35:49.435" v="43" actId="1076"/>
        <pc:sldMkLst>
          <pc:docMk/>
          <pc:sldMk cId="2247966254" sldId="381"/>
        </pc:sldMkLst>
        <pc:picChg chg="add mod">
          <ac:chgData name="JIMENA NAYELI TUTILLO TUTILLO" userId="S::jntutillo@espe.edu.ec::f0c8bb3d-2d5e-46f8-8ecd-bb102e0a4caa" providerId="AD" clId="Web-{96E58477-6AF1-6C16-F02E-CCE93A1AAC47}" dt="2024-12-10T02:35:49.435" v="43" actId="1076"/>
          <ac:picMkLst>
            <pc:docMk/>
            <pc:sldMk cId="2247966254" sldId="381"/>
            <ac:picMk id="4" creationId="{61FCF2F7-C448-9CC5-025E-4097397F2E4C}"/>
          </ac:picMkLst>
        </pc:picChg>
      </pc:sldChg>
      <pc:sldChg chg="addSp delSp modSp">
        <pc:chgData name="JIMENA NAYELI TUTILLO TUTILLO" userId="S::jntutillo@espe.edu.ec::f0c8bb3d-2d5e-46f8-8ecd-bb102e0a4caa" providerId="AD" clId="Web-{96E58477-6AF1-6C16-F02E-CCE93A1AAC47}" dt="2024-12-10T02:36:36.985" v="50" actId="20577"/>
        <pc:sldMkLst>
          <pc:docMk/>
          <pc:sldMk cId="2756267404" sldId="383"/>
        </pc:sldMkLst>
        <pc:spChg chg="mod">
          <ac:chgData name="JIMENA NAYELI TUTILLO TUTILLO" userId="S::jntutillo@espe.edu.ec::f0c8bb3d-2d5e-46f8-8ecd-bb102e0a4caa" providerId="AD" clId="Web-{96E58477-6AF1-6C16-F02E-CCE93A1AAC47}" dt="2024-12-10T02:36:36.985" v="50" actId="20577"/>
          <ac:spMkLst>
            <pc:docMk/>
            <pc:sldMk cId="2756267404" sldId="383"/>
            <ac:spMk id="6" creationId="{559BE94F-2D0C-0AD9-F01E-B29BFE134216}"/>
          </ac:spMkLst>
        </pc:spChg>
      </pc:sldChg>
      <pc:sldChg chg="add replId">
        <pc:chgData name="JIMENA NAYELI TUTILLO TUTILLO" userId="S::jntutillo@espe.edu.ec::f0c8bb3d-2d5e-46f8-8ecd-bb102e0a4caa" providerId="AD" clId="Web-{96E58477-6AF1-6C16-F02E-CCE93A1AAC47}" dt="2024-12-10T02:36:37.188" v="51"/>
        <pc:sldMkLst>
          <pc:docMk/>
          <pc:sldMk cId="3653382040" sldId="394"/>
        </pc:sldMkLst>
      </pc:sldChg>
    </pc:docChg>
  </pc:docChgLst>
  <pc:docChgLst>
    <pc:chgData name="ERICK DAMIAN CRIOLLO O�A" userId="S::edcriollo1@espe.edu.ec::6dcbe2a5-cfdc-4b63-9481-50760e65cace" providerId="AD" clId="Web-{648FABEA-5CE9-125D-D8FC-D1AD01728EF6}"/>
    <pc:docChg chg="addSld modSld">
      <pc:chgData name="ERICK DAMIAN CRIOLLO O�A" userId="S::edcriollo1@espe.edu.ec::6dcbe2a5-cfdc-4b63-9481-50760e65cace" providerId="AD" clId="Web-{648FABEA-5CE9-125D-D8FC-D1AD01728EF6}" dt="2025-01-31T13:39:00.664" v="31" actId="1076"/>
      <pc:docMkLst>
        <pc:docMk/>
      </pc:docMkLst>
      <pc:sldChg chg="addSp delSp modSp">
        <pc:chgData name="ERICK DAMIAN CRIOLLO O�A" userId="S::edcriollo1@espe.edu.ec::6dcbe2a5-cfdc-4b63-9481-50760e65cace" providerId="AD" clId="Web-{648FABEA-5CE9-125D-D8FC-D1AD01728EF6}" dt="2025-01-31T13:39:00.664" v="31" actId="1076"/>
        <pc:sldMkLst>
          <pc:docMk/>
          <pc:sldMk cId="2372064775" sldId="326"/>
        </pc:sldMkLst>
        <pc:spChg chg="mod">
          <ac:chgData name="ERICK DAMIAN CRIOLLO O�A" userId="S::edcriollo1@espe.edu.ec::6dcbe2a5-cfdc-4b63-9481-50760e65cace" providerId="AD" clId="Web-{648FABEA-5CE9-125D-D8FC-D1AD01728EF6}" dt="2025-01-31T13:38:06.802" v="21" actId="1076"/>
          <ac:spMkLst>
            <pc:docMk/>
            <pc:sldMk cId="2372064775" sldId="326"/>
            <ac:spMk id="3" creationId="{93B8F572-C439-414C-90FA-BE3C081E9B98}"/>
          </ac:spMkLst>
        </pc:spChg>
        <pc:picChg chg="add mod">
          <ac:chgData name="ERICK DAMIAN CRIOLLO O�A" userId="S::edcriollo1@espe.edu.ec::6dcbe2a5-cfdc-4b63-9481-50760e65cace" providerId="AD" clId="Web-{648FABEA-5CE9-125D-D8FC-D1AD01728EF6}" dt="2025-01-31T13:38:26.803" v="28" actId="1076"/>
          <ac:picMkLst>
            <pc:docMk/>
            <pc:sldMk cId="2372064775" sldId="326"/>
            <ac:picMk id="4" creationId="{4662F2CE-54A0-0A19-986A-AC9A5382D484}"/>
          </ac:picMkLst>
        </pc:picChg>
        <pc:picChg chg="del">
          <ac:chgData name="ERICK DAMIAN CRIOLLO O�A" userId="S::edcriollo1@espe.edu.ec::6dcbe2a5-cfdc-4b63-9481-50760e65cace" providerId="AD" clId="Web-{648FABEA-5CE9-125D-D8FC-D1AD01728EF6}" dt="2025-01-31T13:38:07.865" v="22"/>
          <ac:picMkLst>
            <pc:docMk/>
            <pc:sldMk cId="2372064775" sldId="326"/>
            <ac:picMk id="6" creationId="{13EA5F8F-CD8E-5CB9-AA7A-A14DB91A9066}"/>
          </ac:picMkLst>
        </pc:picChg>
        <pc:picChg chg="del">
          <ac:chgData name="ERICK DAMIAN CRIOLLO O�A" userId="S::edcriollo1@espe.edu.ec::6dcbe2a5-cfdc-4b63-9481-50760e65cace" providerId="AD" clId="Web-{648FABEA-5CE9-125D-D8FC-D1AD01728EF6}" dt="2025-01-31T13:38:08.849" v="23"/>
          <ac:picMkLst>
            <pc:docMk/>
            <pc:sldMk cId="2372064775" sldId="326"/>
            <ac:picMk id="7" creationId="{8C30E6B5-32FE-F0CB-2CDD-61154C4A1F32}"/>
          </ac:picMkLst>
        </pc:picChg>
        <pc:picChg chg="add mod">
          <ac:chgData name="ERICK DAMIAN CRIOLLO O�A" userId="S::edcriollo1@espe.edu.ec::6dcbe2a5-cfdc-4b63-9481-50760e65cace" providerId="AD" clId="Web-{648FABEA-5CE9-125D-D8FC-D1AD01728EF6}" dt="2025-01-31T13:39:00.664" v="31" actId="1076"/>
          <ac:picMkLst>
            <pc:docMk/>
            <pc:sldMk cId="2372064775" sldId="326"/>
            <ac:picMk id="8" creationId="{20D77E19-8FFD-42E9-BE1C-61C4B4E0D495}"/>
          </ac:picMkLst>
        </pc:picChg>
      </pc:sldChg>
      <pc:sldChg chg="add replId">
        <pc:chgData name="ERICK DAMIAN CRIOLLO O�A" userId="S::edcriollo1@espe.edu.ec::6dcbe2a5-cfdc-4b63-9481-50760e65cace" providerId="AD" clId="Web-{648FABEA-5CE9-125D-D8FC-D1AD01728EF6}" dt="2025-01-31T13:37:34.567" v="0"/>
        <pc:sldMkLst>
          <pc:docMk/>
          <pc:sldMk cId="2452355795" sldId="396"/>
        </pc:sldMkLst>
      </pc:sldChg>
    </pc:docChg>
  </pc:docChgLst>
  <pc:docChgLst>
    <pc:chgData name="ERICK DAMIAN CRIOLLO O�A" userId="S::edcriollo1@espe.edu.ec::6dcbe2a5-cfdc-4b63-9481-50760e65cace" providerId="AD" clId="Web-{DAE8540F-4C3A-5A5B-FA76-2BE284C740D2}"/>
    <pc:docChg chg="modSld">
      <pc:chgData name="ERICK DAMIAN CRIOLLO O�A" userId="S::edcriollo1@espe.edu.ec::6dcbe2a5-cfdc-4b63-9481-50760e65cace" providerId="AD" clId="Web-{DAE8540F-4C3A-5A5B-FA76-2BE284C740D2}" dt="2024-12-11T02:22:45.335" v="0" actId="14100"/>
      <pc:docMkLst>
        <pc:docMk/>
      </pc:docMkLst>
      <pc:sldChg chg="modSp">
        <pc:chgData name="ERICK DAMIAN CRIOLLO O�A" userId="S::edcriollo1@espe.edu.ec::6dcbe2a5-cfdc-4b63-9481-50760e65cace" providerId="AD" clId="Web-{DAE8540F-4C3A-5A5B-FA76-2BE284C740D2}" dt="2024-12-11T02:22:45.335" v="0" actId="14100"/>
        <pc:sldMkLst>
          <pc:docMk/>
          <pc:sldMk cId="4206866613" sldId="258"/>
        </pc:sldMkLst>
        <pc:spChg chg="mod">
          <ac:chgData name="ERICK DAMIAN CRIOLLO O�A" userId="S::edcriollo1@espe.edu.ec::6dcbe2a5-cfdc-4b63-9481-50760e65cace" providerId="AD" clId="Web-{DAE8540F-4C3A-5A5B-FA76-2BE284C740D2}" dt="2024-12-11T02:22:45.335" v="0" actId="14100"/>
          <ac:spMkLst>
            <pc:docMk/>
            <pc:sldMk cId="4206866613" sldId="258"/>
            <ac:spMk id="3" creationId="{3D0C571E-A349-4667-927F-5916BE6073A2}"/>
          </ac:spMkLst>
        </pc:spChg>
      </pc:sldChg>
    </pc:docChg>
  </pc:docChgLst>
  <pc:docChgLst>
    <pc:chgData name="JIMENA NAYELI TUTILLO TUTILLO" userId="f0c8bb3d-2d5e-46f8-8ecd-bb102e0a4caa" providerId="ADAL" clId="{D4AE0A44-3A81-49D1-9542-51C53D1FB60D}"/>
    <pc:docChg chg="custSel addSld modSld">
      <pc:chgData name="JIMENA NAYELI TUTILLO TUTILLO" userId="f0c8bb3d-2d5e-46f8-8ecd-bb102e0a4caa" providerId="ADAL" clId="{D4AE0A44-3A81-49D1-9542-51C53D1FB60D}" dt="2025-01-24T22:01:41.707" v="89" actId="1076"/>
      <pc:docMkLst>
        <pc:docMk/>
      </pc:docMkLst>
      <pc:sldChg chg="addSp delSp modSp mod">
        <pc:chgData name="JIMENA NAYELI TUTILLO TUTILLO" userId="f0c8bb3d-2d5e-46f8-8ecd-bb102e0a4caa" providerId="ADAL" clId="{D4AE0A44-3A81-49D1-9542-51C53D1FB60D}" dt="2025-01-24T21:59:05.366" v="18" actId="1076"/>
        <pc:sldMkLst>
          <pc:docMk/>
          <pc:sldMk cId="2756267404" sldId="383"/>
        </pc:sldMkLst>
        <pc:picChg chg="del">
          <ac:chgData name="JIMENA NAYELI TUTILLO TUTILLO" userId="f0c8bb3d-2d5e-46f8-8ecd-bb102e0a4caa" providerId="ADAL" clId="{D4AE0A44-3A81-49D1-9542-51C53D1FB60D}" dt="2025-01-24T21:58:13.343" v="5" actId="478"/>
          <ac:picMkLst>
            <pc:docMk/>
            <pc:sldMk cId="2756267404" sldId="383"/>
            <ac:picMk id="3" creationId="{6DF5B9A9-DA0B-9017-3C01-7878C49C9032}"/>
          </ac:picMkLst>
        </pc:picChg>
        <pc:picChg chg="add mod">
          <ac:chgData name="JIMENA NAYELI TUTILLO TUTILLO" userId="f0c8bb3d-2d5e-46f8-8ecd-bb102e0a4caa" providerId="ADAL" clId="{D4AE0A44-3A81-49D1-9542-51C53D1FB60D}" dt="2025-01-24T21:59:02.991" v="16" actId="1076"/>
          <ac:picMkLst>
            <pc:docMk/>
            <pc:sldMk cId="2756267404" sldId="383"/>
            <ac:picMk id="4" creationId="{35CCB09A-2C80-D8EC-D941-93989932AF51}"/>
          </ac:picMkLst>
        </pc:picChg>
        <pc:picChg chg="add mod">
          <ac:chgData name="JIMENA NAYELI TUTILLO TUTILLO" userId="f0c8bb3d-2d5e-46f8-8ecd-bb102e0a4caa" providerId="ADAL" clId="{D4AE0A44-3A81-49D1-9542-51C53D1FB60D}" dt="2025-01-24T21:59:04.159" v="17" actId="1076"/>
          <ac:picMkLst>
            <pc:docMk/>
            <pc:sldMk cId="2756267404" sldId="383"/>
            <ac:picMk id="7" creationId="{0DF70786-E527-8C9C-2DAC-8F8A3C5066E0}"/>
          </ac:picMkLst>
        </pc:picChg>
        <pc:picChg chg="add mod">
          <ac:chgData name="JIMENA NAYELI TUTILLO TUTILLO" userId="f0c8bb3d-2d5e-46f8-8ecd-bb102e0a4caa" providerId="ADAL" clId="{D4AE0A44-3A81-49D1-9542-51C53D1FB60D}" dt="2025-01-24T21:59:05.366" v="18" actId="1076"/>
          <ac:picMkLst>
            <pc:docMk/>
            <pc:sldMk cId="2756267404" sldId="383"/>
            <ac:picMk id="8" creationId="{27354932-EABB-BC05-CF1D-A681F871F42A}"/>
          </ac:picMkLst>
        </pc:picChg>
      </pc:sldChg>
      <pc:sldChg chg="addSp delSp modSp mod">
        <pc:chgData name="JIMENA NAYELI TUTILLO TUTILLO" userId="f0c8bb3d-2d5e-46f8-8ecd-bb102e0a4caa" providerId="ADAL" clId="{D4AE0A44-3A81-49D1-9542-51C53D1FB60D}" dt="2025-01-24T21:59:19.755" v="21" actId="1076"/>
        <pc:sldMkLst>
          <pc:docMk/>
          <pc:sldMk cId="3653382040" sldId="394"/>
        </pc:sldMkLst>
        <pc:spChg chg="mod">
          <ac:chgData name="JIMENA NAYELI TUTILLO TUTILLO" userId="f0c8bb3d-2d5e-46f8-8ecd-bb102e0a4caa" providerId="ADAL" clId="{D4AE0A44-3A81-49D1-9542-51C53D1FB60D}" dt="2025-01-24T21:58:09.298" v="3" actId="1076"/>
          <ac:spMkLst>
            <pc:docMk/>
            <pc:sldMk cId="3653382040" sldId="394"/>
            <ac:spMk id="6" creationId="{559BE94F-2D0C-0AD9-F01E-B29BFE134216}"/>
          </ac:spMkLst>
        </pc:spChg>
        <pc:picChg chg="del">
          <ac:chgData name="JIMENA NAYELI TUTILLO TUTILLO" userId="f0c8bb3d-2d5e-46f8-8ecd-bb102e0a4caa" providerId="ADAL" clId="{D4AE0A44-3A81-49D1-9542-51C53D1FB60D}" dt="2025-01-24T21:58:02.267" v="0" actId="478"/>
          <ac:picMkLst>
            <pc:docMk/>
            <pc:sldMk cId="3653382040" sldId="394"/>
            <ac:picMk id="3" creationId="{6DF5B9A9-DA0B-9017-3C01-7878C49C9032}"/>
          </ac:picMkLst>
        </pc:picChg>
        <pc:picChg chg="add mod">
          <ac:chgData name="JIMENA NAYELI TUTILLO TUTILLO" userId="f0c8bb3d-2d5e-46f8-8ecd-bb102e0a4caa" providerId="ADAL" clId="{D4AE0A44-3A81-49D1-9542-51C53D1FB60D}" dt="2025-01-24T21:59:19.755" v="21" actId="1076"/>
          <ac:picMkLst>
            <pc:docMk/>
            <pc:sldMk cId="3653382040" sldId="394"/>
            <ac:picMk id="4" creationId="{79950451-0BC2-8650-826D-DFAF7AABE8D6}"/>
          </ac:picMkLst>
        </pc:picChg>
        <pc:picChg chg="add mod">
          <ac:chgData name="JIMENA NAYELI TUTILLO TUTILLO" userId="f0c8bb3d-2d5e-46f8-8ecd-bb102e0a4caa" providerId="ADAL" clId="{D4AE0A44-3A81-49D1-9542-51C53D1FB60D}" dt="2025-01-24T21:59:15.188" v="20" actId="1076"/>
          <ac:picMkLst>
            <pc:docMk/>
            <pc:sldMk cId="3653382040" sldId="394"/>
            <ac:picMk id="7" creationId="{AD5B5921-7550-724F-7883-756A22B85E2D}"/>
          </ac:picMkLst>
        </pc:picChg>
      </pc:sldChg>
      <pc:sldChg chg="addSp delSp modSp add mod">
        <pc:chgData name="JIMENA NAYELI TUTILLO TUTILLO" userId="f0c8bb3d-2d5e-46f8-8ecd-bb102e0a4caa" providerId="ADAL" clId="{D4AE0A44-3A81-49D1-9542-51C53D1FB60D}" dt="2025-01-24T22:01:41.707" v="89" actId="1076"/>
        <pc:sldMkLst>
          <pc:docMk/>
          <pc:sldMk cId="2464503392" sldId="395"/>
        </pc:sldMkLst>
        <pc:spChg chg="mod">
          <ac:chgData name="JIMENA NAYELI TUTILLO TUTILLO" userId="f0c8bb3d-2d5e-46f8-8ecd-bb102e0a4caa" providerId="ADAL" clId="{D4AE0A44-3A81-49D1-9542-51C53D1FB60D}" dt="2025-01-24T22:00:31.343" v="76" actId="20577"/>
          <ac:spMkLst>
            <pc:docMk/>
            <pc:sldMk cId="2464503392" sldId="395"/>
            <ac:spMk id="6" creationId="{23DE460B-3558-147D-80CA-E39B7F4A0513}"/>
          </ac:spMkLst>
        </pc:spChg>
        <pc:picChg chg="del">
          <ac:chgData name="JIMENA NAYELI TUTILLO TUTILLO" userId="f0c8bb3d-2d5e-46f8-8ecd-bb102e0a4caa" providerId="ADAL" clId="{D4AE0A44-3A81-49D1-9542-51C53D1FB60D}" dt="2025-01-24T22:00:33.845" v="77" actId="478"/>
          <ac:picMkLst>
            <pc:docMk/>
            <pc:sldMk cId="2464503392" sldId="395"/>
            <ac:picMk id="4" creationId="{8807DCBA-3ED8-C34B-D5EB-9D5E282D0071}"/>
          </ac:picMkLst>
        </pc:picChg>
        <pc:picChg chg="add mod">
          <ac:chgData name="JIMENA NAYELI TUTILLO TUTILLO" userId="f0c8bb3d-2d5e-46f8-8ecd-bb102e0a4caa" providerId="ADAL" clId="{D4AE0A44-3A81-49D1-9542-51C53D1FB60D}" dt="2025-01-24T22:01:36.473" v="86" actId="1076"/>
          <ac:picMkLst>
            <pc:docMk/>
            <pc:sldMk cId="2464503392" sldId="395"/>
            <ac:picMk id="7" creationId="{A2D53487-CB65-B971-3313-730C8FBA597B}"/>
          </ac:picMkLst>
        </pc:picChg>
        <pc:picChg chg="add mod">
          <ac:chgData name="JIMENA NAYELI TUTILLO TUTILLO" userId="f0c8bb3d-2d5e-46f8-8ecd-bb102e0a4caa" providerId="ADAL" clId="{D4AE0A44-3A81-49D1-9542-51C53D1FB60D}" dt="2025-01-24T22:01:41.707" v="89" actId="1076"/>
          <ac:picMkLst>
            <pc:docMk/>
            <pc:sldMk cId="2464503392" sldId="395"/>
            <ac:picMk id="9" creationId="{BBA47A70-3C23-FD7F-030C-85FEBFD9C6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68360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333042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787156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231887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354274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40500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73831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5/18/2026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71554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12505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10192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20780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5/18/2026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39518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6176-055A-4F41-9A1C-5A8ABC57AE1B}"/>
              </a:ext>
            </a:extLst>
          </p:cNvPr>
          <p:cNvSpPr>
            <a:spLocks noGrp="1"/>
          </p:cNvSpPr>
          <p:nvPr>
            <p:ph type="ctrTitle"/>
          </p:nvPr>
        </p:nvSpPr>
        <p:spPr>
          <a:xfrm>
            <a:off x="599226" y="3158569"/>
            <a:ext cx="10993549" cy="1578409"/>
          </a:xfrm>
        </p:spPr>
        <p:txBody>
          <a:bodyPr>
            <a:normAutofit/>
          </a:bodyPr>
          <a:lstStyle/>
          <a:p>
            <a:pPr algn="ctr"/>
            <a:r>
              <a:rPr lang="es-ES" dirty="0">
                <a:solidFill>
                  <a:schemeClr val="bg1"/>
                </a:solidFill>
              </a:rPr>
              <a:t>MANUAL</a:t>
            </a:r>
            <a:br>
              <a:rPr lang="es-ES" dirty="0">
                <a:solidFill>
                  <a:schemeClr val="bg1"/>
                </a:solidFill>
              </a:rPr>
            </a:br>
            <a:r>
              <a:rPr lang="es-ES" dirty="0">
                <a:solidFill>
                  <a:schemeClr val="bg1"/>
                </a:solidFill>
              </a:rPr>
              <a:t>EUREKA BANK CON SOAP Y BASE DE DATOS- java</a:t>
            </a:r>
          </a:p>
        </p:txBody>
      </p:sp>
      <p:sp>
        <p:nvSpPr>
          <p:cNvPr id="3" name="Subtítulo 2">
            <a:extLst>
              <a:ext uri="{FF2B5EF4-FFF2-40B4-BE49-F238E27FC236}">
                <a16:creationId xmlns:a16="http://schemas.microsoft.com/office/drawing/2014/main" id="{3D0C571E-A349-4667-927F-5916BE6073A2}"/>
              </a:ext>
            </a:extLst>
          </p:cNvPr>
          <p:cNvSpPr>
            <a:spLocks noGrp="1"/>
          </p:cNvSpPr>
          <p:nvPr>
            <p:ph type="subTitle" idx="1"/>
          </p:nvPr>
        </p:nvSpPr>
        <p:spPr>
          <a:xfrm>
            <a:off x="913551" y="4736978"/>
            <a:ext cx="4261531" cy="1353471"/>
          </a:xfrm>
        </p:spPr>
        <p:txBody>
          <a:bodyPr>
            <a:normAutofit lnSpcReduction="10000"/>
          </a:bodyPr>
          <a:lstStyle/>
          <a:p>
            <a:r>
              <a:rPr lang="es-EC" b="1" dirty="0">
                <a:solidFill>
                  <a:schemeClr val="bg1"/>
                </a:solidFill>
              </a:rPr>
              <a:t>Integrantes:</a:t>
            </a:r>
            <a:r>
              <a:rPr lang="es-EC" dirty="0">
                <a:solidFill>
                  <a:schemeClr val="bg1"/>
                </a:solidFill>
              </a:rPr>
              <a:t> 	</a:t>
            </a:r>
          </a:p>
          <a:p>
            <a:pPr lvl="1"/>
            <a:r>
              <a:rPr lang="es-EC" dirty="0">
                <a:solidFill>
                  <a:schemeClr val="bg1"/>
                </a:solidFill>
              </a:rPr>
              <a:t>IBARRA RONNY</a:t>
            </a:r>
          </a:p>
          <a:p>
            <a:pPr lvl="1"/>
            <a:r>
              <a:rPr lang="es-EC" dirty="0">
                <a:solidFill>
                  <a:schemeClr val="bg1"/>
                </a:solidFill>
              </a:rPr>
              <a:t>RIVERA CARLOS</a:t>
            </a:r>
          </a:p>
          <a:p>
            <a:pPr lvl="1"/>
            <a:r>
              <a:rPr lang="es-EC" dirty="0">
                <a:solidFill>
                  <a:schemeClr val="bg1"/>
                </a:solidFill>
              </a:rPr>
              <a:t>SÁNCHEZ ANGELO</a:t>
            </a:r>
            <a:endParaRPr lang="es-MX" dirty="0">
              <a:solidFill>
                <a:schemeClr val="bg1"/>
              </a:solidFill>
            </a:endParaRPr>
          </a:p>
        </p:txBody>
      </p:sp>
      <p:pic>
        <p:nvPicPr>
          <p:cNvPr id="1026" name="Picture 2" descr="Resultado de imagen para espe">
            <a:extLst>
              <a:ext uri="{FF2B5EF4-FFF2-40B4-BE49-F238E27FC236}">
                <a16:creationId xmlns:a16="http://schemas.microsoft.com/office/drawing/2014/main" id="{F414D571-4BC8-480A-8CAB-8B16FE515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97" y="716302"/>
            <a:ext cx="11647502" cy="2193925"/>
          </a:xfrm>
          <a:prstGeom prst="rect">
            <a:avLst/>
          </a:prstGeom>
          <a:noFill/>
          <a:extLst>
            <a:ext uri="{909E8E84-426E-40DD-AFC4-6F175D3DCCD1}">
              <a14:hiddenFill xmlns:a14="http://schemas.microsoft.com/office/drawing/2010/main">
                <a:solidFill>
                  <a:srgbClr val="FFFFFF"/>
                </a:solidFill>
              </a14:hiddenFill>
            </a:ext>
          </a:extLst>
        </p:spPr>
      </p:pic>
      <p:sp>
        <p:nvSpPr>
          <p:cNvPr id="5" name="Subtítulo 2">
            <a:extLst>
              <a:ext uri="{FF2B5EF4-FFF2-40B4-BE49-F238E27FC236}">
                <a16:creationId xmlns:a16="http://schemas.microsoft.com/office/drawing/2014/main" id="{1967A448-01D9-4956-A50F-F9BFFBEC42EB}"/>
              </a:ext>
            </a:extLst>
          </p:cNvPr>
          <p:cNvSpPr txBox="1">
            <a:spLocks/>
          </p:cNvSpPr>
          <p:nvPr/>
        </p:nvSpPr>
        <p:spPr>
          <a:xfrm>
            <a:off x="9037063" y="5301801"/>
            <a:ext cx="4261531" cy="12353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None/>
              <a:tabLst/>
              <a:defRPr/>
            </a:pPr>
            <a:r>
              <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rPr>
              <a:t>FECHA:  18</a:t>
            </a:r>
            <a:r>
              <a:rPr lang="es-EC" b="1" dirty="0">
                <a:solidFill>
                  <a:prstClr val="white"/>
                </a:solidFill>
                <a:latin typeface="Gill Sans MT" panose="020B0502020104020203"/>
              </a:rPr>
              <a:t>/05/2026</a:t>
            </a:r>
            <a:endParaRPr lang="es-EC" dirty="0">
              <a:solidFill>
                <a:prstClr val="white"/>
              </a:solidFill>
              <a:latin typeface="Gill Sans MT" panose="020B0502020104020203"/>
            </a:endParaRPr>
          </a:p>
          <a:p>
            <a:pPr marL="0" marR="0" lvl="0" indent="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None/>
              <a:tabLst/>
              <a:defRPr/>
            </a:pPr>
            <a:r>
              <a:rPr kumimoji="0" lang="es-EC" sz="1600" b="1" i="0" u="none" strike="noStrike" kern="1200" cap="all" spc="0" normalizeH="0" baseline="0" noProof="0" dirty="0" err="1">
                <a:ln>
                  <a:noFill/>
                </a:ln>
                <a:solidFill>
                  <a:prstClr val="white"/>
                </a:solidFill>
                <a:effectLst/>
                <a:uLnTx/>
                <a:uFillTx/>
                <a:latin typeface="Gill Sans MT" panose="020B0502020104020203"/>
                <a:ea typeface="+mn-ea"/>
                <a:cs typeface="+mn-cs"/>
              </a:rPr>
              <a:t>Ing</a:t>
            </a:r>
            <a:r>
              <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rPr>
              <a:t>: </a:t>
            </a:r>
            <a:r>
              <a:rPr kumimoji="0" lang="es-EC" sz="1600" b="0" i="0" u="none" strike="noStrike" kern="1200" cap="all" spc="0" normalizeH="0" baseline="0" noProof="0" dirty="0">
                <a:ln>
                  <a:noFill/>
                </a:ln>
                <a:solidFill>
                  <a:prstClr val="white"/>
                </a:solidFill>
                <a:effectLst/>
                <a:uLnTx/>
                <a:uFillTx/>
                <a:latin typeface="Gill Sans MT" panose="020B0502020104020203"/>
                <a:ea typeface="+mn-ea"/>
                <a:cs typeface="+mn-cs"/>
              </a:rPr>
              <a:t>Campaña mauricio</a:t>
            </a:r>
            <a:endPar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endParaRPr>
          </a:p>
        </p:txBody>
      </p:sp>
      <p:sp>
        <p:nvSpPr>
          <p:cNvPr id="4" name="CuadroTexto 3">
            <a:extLst>
              <a:ext uri="{FF2B5EF4-FFF2-40B4-BE49-F238E27FC236}">
                <a16:creationId xmlns:a16="http://schemas.microsoft.com/office/drawing/2014/main" id="{8B78AAB0-61A1-4632-A25D-4FC9433D59B1}"/>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1</a:t>
            </a:r>
          </a:p>
        </p:txBody>
      </p:sp>
    </p:spTree>
    <p:extLst>
      <p:ext uri="{BB962C8B-B14F-4D97-AF65-F5344CB8AC3E}">
        <p14:creationId xmlns:p14="http://schemas.microsoft.com/office/powerpoint/2010/main" val="420686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E7FCC8BE-29CF-4C4C-BE9D-AC08DC5E481A}"/>
              </a:ext>
            </a:extLst>
          </p:cNvPr>
          <p:cNvSpPr>
            <a:spLocks noGrp="1"/>
          </p:cNvSpPr>
          <p:nvPr>
            <p:ph idx="1"/>
          </p:nvPr>
        </p:nvSpPr>
        <p:spPr>
          <a:xfrm>
            <a:off x="596348" y="701336"/>
            <a:ext cx="3389726" cy="5424255"/>
          </a:xfrm>
        </p:spPr>
        <p:txBody>
          <a:bodyPr vert="horz" lIns="91440" tIns="45720" rIns="91440" bIns="45720" rtlCol="0" anchor="ctr">
            <a:normAutofit fontScale="77500" lnSpcReduction="20000"/>
          </a:bodyPr>
          <a:lstStyle/>
          <a:p>
            <a:r>
              <a:rPr lang="es-ES" dirty="0">
                <a:solidFill>
                  <a:schemeClr val="bg1"/>
                </a:solidFill>
              </a:rPr>
              <a:t>DESARROLLO</a:t>
            </a:r>
          </a:p>
          <a:p>
            <a:pPr lvl="1"/>
            <a:r>
              <a:rPr lang="es-ES" dirty="0">
                <a:solidFill>
                  <a:schemeClr val="bg1"/>
                </a:solidFill>
              </a:rPr>
              <a:t>OBJETIVO</a:t>
            </a:r>
          </a:p>
          <a:p>
            <a:pPr lvl="1"/>
            <a:r>
              <a:rPr lang="es-ES" dirty="0">
                <a:solidFill>
                  <a:schemeClr val="bg1"/>
                </a:solidFill>
              </a:rPr>
              <a:t>MODELO CONCEPTUAL DE LA BASE DE DATOS</a:t>
            </a:r>
          </a:p>
          <a:p>
            <a:pPr lvl="1"/>
            <a:r>
              <a:rPr lang="es-ES" dirty="0">
                <a:solidFill>
                  <a:schemeClr val="bg1"/>
                </a:solidFill>
              </a:rPr>
              <a:t>CREAR BASE DE DATOS</a:t>
            </a:r>
          </a:p>
          <a:p>
            <a:pPr lvl="1"/>
            <a:r>
              <a:rPr lang="es-ES" dirty="0">
                <a:solidFill>
                  <a:schemeClr val="bg1"/>
                </a:solidFill>
              </a:rPr>
              <a:t>CREACIÓN DEL SERVIDOR SOAP</a:t>
            </a:r>
          </a:p>
          <a:p>
            <a:pPr marL="763200" lvl="1">
              <a:defRPr/>
            </a:pPr>
            <a:r>
              <a:rPr lang="es-ES" sz="1800" dirty="0">
                <a:solidFill>
                  <a:schemeClr val="bg1"/>
                </a:solidFill>
              </a:rPr>
              <a:t>CREAR BASE DE DATOS</a:t>
            </a:r>
          </a:p>
          <a:p>
            <a:pPr marL="763200" lvl="1">
              <a:defRPr/>
            </a:pPr>
            <a:r>
              <a:rPr lang="es-ES" sz="1800" dirty="0">
                <a:solidFill>
                  <a:schemeClr val="bg1"/>
                </a:solidFill>
              </a:rPr>
              <a:t>CREACIÓN DEL SERVIDOR SOAP</a:t>
            </a:r>
          </a:p>
          <a:p>
            <a:pPr marL="763200" lvl="1">
              <a:defRPr/>
            </a:pPr>
            <a:r>
              <a:rPr lang="es-ES" sz="1800" dirty="0">
                <a:solidFill>
                  <a:schemeClr val="bg1"/>
                </a:solidFill>
              </a:rPr>
              <a:t>CREACIÓN DEL PROYECTO – CLIENTE CONSOLA</a:t>
            </a:r>
          </a:p>
          <a:p>
            <a:pPr marL="763200" lvl="1">
              <a:defRPr/>
            </a:pPr>
            <a:r>
              <a:rPr lang="es-ES" sz="1800" dirty="0">
                <a:solidFill>
                  <a:schemeClr val="bg1"/>
                </a:solidFill>
              </a:rPr>
              <a:t>CREACIÓN DEL PROYECTO – CLIENTE ESCRITORIO</a:t>
            </a:r>
          </a:p>
          <a:p>
            <a:pPr marL="763200" lvl="1">
              <a:defRPr/>
            </a:pPr>
            <a:r>
              <a:rPr lang="es-ES" sz="1800" dirty="0">
                <a:solidFill>
                  <a:schemeClr val="bg1"/>
                </a:solidFill>
              </a:rPr>
              <a:t>CREACIÓN DEL PROYECTO – CLIENTE WEB</a:t>
            </a:r>
          </a:p>
          <a:p>
            <a:pPr marL="763200" lvl="1">
              <a:defRPr/>
            </a:pPr>
            <a:r>
              <a:rPr lang="es-ES" sz="1800" dirty="0">
                <a:solidFill>
                  <a:schemeClr val="bg1"/>
                </a:solidFill>
              </a:rPr>
              <a:t>CREACIÓN DEL PROYECTO – CLIENTE MOVIL</a:t>
            </a:r>
          </a:p>
          <a:p>
            <a:pPr marR="0" lvl="0" fontAlgn="auto">
              <a:lnSpc>
                <a:spcPct val="100000"/>
              </a:lnSpc>
              <a:tabLst/>
              <a:defRPr/>
            </a:pPr>
            <a:r>
              <a:rPr lang="es-ES" dirty="0">
                <a:solidFill>
                  <a:schemeClr val="bg1"/>
                </a:solidFill>
              </a:rPr>
              <a:t>CONCLUSIONES</a:t>
            </a:r>
          </a:p>
          <a:p>
            <a:pPr marR="0" lvl="0" fontAlgn="auto">
              <a:lnSpc>
                <a:spcPct val="100000"/>
              </a:lnSpc>
              <a:tabLst/>
              <a:defRPr/>
            </a:pPr>
            <a:r>
              <a:rPr lang="es-ES" dirty="0">
                <a:solidFill>
                  <a:schemeClr val="bg1"/>
                </a:solidFill>
              </a:rPr>
              <a:t>RECOMENDACIONES</a:t>
            </a:r>
          </a:p>
          <a:p>
            <a:pPr marR="0" lvl="0" fontAlgn="auto">
              <a:lnSpc>
                <a:spcPct val="100000"/>
              </a:lnSpc>
              <a:tabLst/>
              <a:defRPr/>
            </a:pPr>
            <a:r>
              <a:rPr lang="es-ES" dirty="0">
                <a:solidFill>
                  <a:schemeClr val="bg1"/>
                </a:solidFill>
              </a:rPr>
              <a:t>BIBLIOGRAFÍA</a:t>
            </a: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6"/>
            <a:ext cx="8589441" cy="3678303"/>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2.1	OBJETIVO</a:t>
            </a: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MX" sz="1800" dirty="0">
                <a:effectLst/>
                <a:latin typeface="Cambria" panose="02040503050406030204" pitchFamily="18" charset="0"/>
                <a:ea typeface="Calibri" panose="020F0502020204030204" pitchFamily="34" charset="0"/>
                <a:cs typeface="Times New Roman" panose="02020603050405020304" pitchFamily="18" charset="0"/>
              </a:rPr>
              <a:t>Desarrollar e implementar un Web </a:t>
            </a:r>
            <a:r>
              <a:rPr lang="es-MX" sz="1800" dirty="0" err="1">
                <a:effectLst/>
                <a:latin typeface="Cambria" panose="02040503050406030204" pitchFamily="18" charset="0"/>
                <a:ea typeface="Calibri" panose="020F0502020204030204" pitchFamily="34" charset="0"/>
                <a:cs typeface="Times New Roman" panose="02020603050405020304" pitchFamily="18" charset="0"/>
              </a:rPr>
              <a:t>Service</a:t>
            </a:r>
            <a:r>
              <a:rPr lang="es-MX" sz="1800" dirty="0">
                <a:effectLst/>
                <a:latin typeface="Cambria" panose="02040503050406030204" pitchFamily="18" charset="0"/>
                <a:ea typeface="Calibri" panose="020F0502020204030204" pitchFamily="34" charset="0"/>
                <a:cs typeface="Times New Roman" panose="02020603050405020304" pitchFamily="18" charset="0"/>
              </a:rPr>
              <a:t> utilizando SOAP mediante Java para realizar el registro y consulta de movimientos monetarios, ilustrando los pasos generales para su creación en un entorno bancario real.</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314114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82052"/>
            <a:ext cx="8589441" cy="1380851"/>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2.2	MODELO CONCEPTUAL DE LA BASE DE DATOS</a:t>
            </a: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1.	A continuación, se presente el modelo conceptual de la base de datos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EurekaBank</a:t>
            </a:r>
            <a:r>
              <a:rPr lang="es-ES" sz="1800" dirty="0">
                <a:effectLst/>
                <a:latin typeface="Cambria" panose="02040503050406030204" pitchFamily="18" charset="0"/>
                <a:ea typeface="Calibri" panose="020F0502020204030204" pitchFamily="34" charset="0"/>
                <a:cs typeface="Times New Roman" panose="02020603050405020304" pitchFamily="18" charset="0"/>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1FD01580-FB65-8EA9-91BA-B66940DFA0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56970" y="3429000"/>
            <a:ext cx="5222131" cy="3274733"/>
          </a:xfrm>
          <a:prstGeom prst="rect">
            <a:avLst/>
          </a:prstGeom>
          <a:noFill/>
          <a:ln>
            <a:noFill/>
          </a:ln>
        </p:spPr>
      </p:pic>
    </p:spTree>
    <p:extLst>
      <p:ext uri="{BB962C8B-B14F-4D97-AF65-F5344CB8AC3E}">
        <p14:creationId xmlns:p14="http://schemas.microsoft.com/office/powerpoint/2010/main" val="86589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20421"/>
            <a:ext cx="8575064" cy="486505"/>
          </a:xfrm>
        </p:spPr>
        <p:txBody>
          <a:bodyPr/>
          <a:lstStyle/>
          <a:p>
            <a:pPr marL="342900" indent="-342900" algn="just">
              <a:lnSpc>
                <a:spcPct val="107000"/>
              </a:lnSpc>
              <a:spcBef>
                <a:spcPts val="0"/>
              </a:spcBef>
              <a:spcAft>
                <a:spcPts val="0"/>
              </a:spcAft>
              <a:buFont typeface="Symbol" panose="05050102010706020507" pitchFamily="18" charset="2"/>
              <a:buChar char=""/>
            </a:pPr>
            <a:r>
              <a:rPr lang="es-ES" dirty="0">
                <a:latin typeface="Cambria"/>
                <a:ea typeface="Calibri"/>
                <a:cs typeface="Times New Roman"/>
              </a:rPr>
              <a:t>Configurar base de datos</a:t>
            </a:r>
            <a:r>
              <a:rPr lang="es-ES" sz="1800" dirty="0">
                <a:effectLst/>
                <a:latin typeface="Cambria"/>
                <a:ea typeface="Calibri"/>
                <a:cs typeface="Times New Roman"/>
              </a:rPr>
              <a:t>.</a:t>
            </a:r>
            <a:endParaRPr lang="es-ES" dirty="0"/>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BFF8470F-D5CC-48E0-83D7-603B71064BC1}"/>
              </a:ext>
            </a:extLst>
          </p:cNvPr>
          <p:cNvPicPr>
            <a:picLocks noChangeAspect="1"/>
          </p:cNvPicPr>
          <p:nvPr/>
        </p:nvPicPr>
        <p:blipFill>
          <a:blip r:embed="rId2"/>
          <a:stretch>
            <a:fillRect/>
          </a:stretch>
        </p:blipFill>
        <p:spPr>
          <a:xfrm>
            <a:off x="1367755" y="2527300"/>
            <a:ext cx="5268148" cy="3289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206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0847F-D528-3B14-C738-33D27A6AC7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033D38-203A-3A7B-00CA-5FC3FB935D62}"/>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CD26E116-BAA5-F595-F958-6BF7DE3F792E}"/>
              </a:ext>
            </a:extLst>
          </p:cNvPr>
          <p:cNvSpPr>
            <a:spLocks noGrp="1"/>
          </p:cNvSpPr>
          <p:nvPr>
            <p:ph idx="1"/>
          </p:nvPr>
        </p:nvSpPr>
        <p:spPr>
          <a:xfrm>
            <a:off x="581192" y="2180496"/>
            <a:ext cx="8589441" cy="1375503"/>
          </a:xfrm>
        </p:spPr>
        <p:txBody>
          <a:bodyPr>
            <a:normAutofit fontScale="92500"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2.3	CREAR BASE DE DATOS</a:t>
            </a: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1.	</a:t>
            </a:r>
            <a:r>
              <a:rPr lang="es-MX" sz="1800" dirty="0">
                <a:effectLst/>
                <a:latin typeface="Cambria" panose="02040503050406030204" pitchFamily="18" charset="0"/>
                <a:ea typeface="Calibri" panose="020F0502020204030204" pitchFamily="34" charset="0"/>
                <a:cs typeface="Times New Roman" panose="02020603050405020304" pitchFamily="18" charset="0"/>
              </a:rPr>
              <a:t>Al abrir </a:t>
            </a:r>
            <a:r>
              <a:rPr lang="es-MX" sz="1800" dirty="0" err="1">
                <a:effectLst/>
                <a:latin typeface="Cambria" panose="02040503050406030204" pitchFamily="18" charset="0"/>
                <a:ea typeface="Calibri" panose="020F0502020204030204" pitchFamily="34" charset="0"/>
                <a:cs typeface="Times New Roman" panose="02020603050405020304" pitchFamily="18" charset="0"/>
              </a:rPr>
              <a:t>MariaDB</a:t>
            </a:r>
            <a:r>
              <a:rPr lang="es-MX" sz="1800" dirty="0">
                <a:effectLst/>
                <a:latin typeface="Cambria" panose="02040503050406030204" pitchFamily="18" charset="0"/>
                <a:ea typeface="Calibri" panose="020F0502020204030204" pitchFamily="34" charset="0"/>
                <a:cs typeface="Times New Roman" panose="02020603050405020304" pitchFamily="18" charset="0"/>
              </a:rPr>
              <a:t> o </a:t>
            </a:r>
            <a:r>
              <a:rPr lang="es-MX" sz="1800" dirty="0" err="1">
                <a:effectLst/>
                <a:latin typeface="Cambria" panose="02040503050406030204" pitchFamily="18" charset="0"/>
                <a:ea typeface="Calibri" panose="020F0502020204030204" pitchFamily="34" charset="0"/>
                <a:cs typeface="Times New Roman" panose="02020603050405020304" pitchFamily="18" charset="0"/>
              </a:rPr>
              <a:t>HeidiSQL</a:t>
            </a:r>
            <a:r>
              <a:rPr lang="es-MX" sz="1800" dirty="0">
                <a:effectLst/>
                <a:latin typeface="Cambria" panose="02040503050406030204" pitchFamily="18" charset="0"/>
                <a:ea typeface="Calibri" panose="020F0502020204030204" pitchFamily="34" charset="0"/>
                <a:cs typeface="Times New Roman" panose="02020603050405020304" pitchFamily="18" charset="0"/>
              </a:rPr>
              <a:t> en el entorno local, se seleccionará el servidor configurado previamente para el proyecto Eureka Bank y posteriormente se procederá a establecer la conexión con la base de datos utilizando las credenciales locales definidas durante la instalación.</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B44871CA-7CDC-854D-D0B5-2DA5A4BA73D7}"/>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9" name="Imagen 8">
            <a:extLst>
              <a:ext uri="{FF2B5EF4-FFF2-40B4-BE49-F238E27FC236}">
                <a16:creationId xmlns:a16="http://schemas.microsoft.com/office/drawing/2014/main" id="{BB88E6E7-7192-412D-8869-638D80104903}"/>
              </a:ext>
            </a:extLst>
          </p:cNvPr>
          <p:cNvPicPr>
            <a:picLocks noChangeAspect="1"/>
          </p:cNvPicPr>
          <p:nvPr/>
        </p:nvPicPr>
        <p:blipFill>
          <a:blip r:embed="rId2"/>
          <a:stretch>
            <a:fillRect/>
          </a:stretch>
        </p:blipFill>
        <p:spPr>
          <a:xfrm>
            <a:off x="2690628" y="4058638"/>
            <a:ext cx="4391025" cy="1114425"/>
          </a:xfrm>
          <a:prstGeom prst="rect">
            <a:avLst/>
          </a:prstGeom>
        </p:spPr>
      </p:pic>
    </p:spTree>
    <p:extLst>
      <p:ext uri="{BB962C8B-B14F-4D97-AF65-F5344CB8AC3E}">
        <p14:creationId xmlns:p14="http://schemas.microsoft.com/office/powerpoint/2010/main" val="2452355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7"/>
            <a:ext cx="8589441" cy="1248504"/>
          </a:xfrm>
        </p:spPr>
        <p:txBody>
          <a:bodyPr>
            <a:normAutofit fontScale="92500" lnSpcReduction="20000"/>
          </a:bodyPr>
          <a:lstStyle/>
          <a:p>
            <a:pPr marL="342900" marR="0" lvl="0" indent="-342900" algn="just">
              <a:lnSpc>
                <a:spcPct val="107000"/>
              </a:lnSpc>
              <a:spcBef>
                <a:spcPts val="0"/>
              </a:spcBef>
              <a:spcAft>
                <a:spcPts val="0"/>
              </a:spcAft>
              <a:buFont typeface="Symbol" panose="05050102010706020507" pitchFamily="18" charset="2"/>
              <a:buChar char=""/>
            </a:pPr>
            <a:r>
              <a:rPr lang="es-MX" sz="1800" dirty="0">
                <a:effectLst/>
                <a:latin typeface="Cambria" panose="02040503050406030204" pitchFamily="18" charset="0"/>
                <a:ea typeface="Calibri" panose="020F0502020204030204" pitchFamily="34" charset="0"/>
                <a:cs typeface="Times New Roman" panose="02020603050405020304" pitchFamily="18" charset="0"/>
              </a:rPr>
              <a:t>2. Se procede a abrir el script SQL denominado “</a:t>
            </a:r>
            <a:r>
              <a:rPr lang="es-MX" sz="1800" dirty="0" err="1">
                <a:effectLst/>
                <a:latin typeface="Cambria" panose="02040503050406030204" pitchFamily="18" charset="0"/>
                <a:ea typeface="Calibri" panose="020F0502020204030204" pitchFamily="34" charset="0"/>
                <a:cs typeface="Times New Roman" panose="02020603050405020304" pitchFamily="18" charset="0"/>
              </a:rPr>
              <a:t>Crea_DB.sql</a:t>
            </a:r>
            <a:r>
              <a:rPr lang="es-MX" sz="1800" dirty="0">
                <a:effectLst/>
                <a:latin typeface="Cambria" panose="02040503050406030204" pitchFamily="18" charset="0"/>
                <a:ea typeface="Calibri" panose="020F0502020204030204" pitchFamily="34" charset="0"/>
                <a:cs typeface="Times New Roman" panose="02020603050405020304" pitchFamily="18" charset="0"/>
              </a:rPr>
              <a:t>”, el cual contiene la estructura de la base de datos Eureka Bank. Posteriormente, se copia y pega el contenido completo en la consola de </a:t>
            </a:r>
            <a:r>
              <a:rPr lang="es-MX" sz="1800" dirty="0" err="1">
                <a:effectLst/>
                <a:latin typeface="Cambria" panose="02040503050406030204" pitchFamily="18" charset="0"/>
                <a:ea typeface="Calibri" panose="020F0502020204030204" pitchFamily="34" charset="0"/>
                <a:cs typeface="Times New Roman" panose="02020603050405020304" pitchFamily="18" charset="0"/>
              </a:rPr>
              <a:t>MariaDB</a:t>
            </a:r>
            <a:r>
              <a:rPr lang="es-MX" sz="1800" dirty="0">
                <a:effectLst/>
                <a:latin typeface="Cambria" panose="02040503050406030204" pitchFamily="18" charset="0"/>
                <a:ea typeface="Calibri" panose="020F0502020204030204" pitchFamily="34" charset="0"/>
                <a:cs typeface="Times New Roman" panose="02020603050405020304" pitchFamily="18" charset="0"/>
              </a:rPr>
              <a:t> para ejecutar la creación de tablas, relaciones y restricciones del sistema bancario. Finalmente, mediante el comando SHOW TABLES; se verifica que todas las tablas hayan sido creadas correctamente.</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10CCA871-EFC6-47E7-B892-E9B164FD00A6}"/>
              </a:ext>
            </a:extLst>
          </p:cNvPr>
          <p:cNvPicPr>
            <a:picLocks noChangeAspect="1"/>
          </p:cNvPicPr>
          <p:nvPr/>
        </p:nvPicPr>
        <p:blipFill>
          <a:blip r:embed="rId2"/>
          <a:stretch>
            <a:fillRect/>
          </a:stretch>
        </p:blipFill>
        <p:spPr>
          <a:xfrm>
            <a:off x="1333500" y="3957548"/>
            <a:ext cx="6819900" cy="16495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70658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99496"/>
            <a:ext cx="8589441" cy="1845403"/>
          </a:xfrm>
        </p:spPr>
        <p:txBody>
          <a:bodyPr>
            <a:noAutofit/>
          </a:bodyPr>
          <a:lstStyle/>
          <a:p>
            <a:pPr marL="342900" marR="0" lvl="0" indent="-342900" algn="just">
              <a:lnSpc>
                <a:spcPct val="107000"/>
              </a:lnSpc>
              <a:spcBef>
                <a:spcPts val="0"/>
              </a:spcBef>
              <a:spcAft>
                <a:spcPts val="0"/>
              </a:spcAft>
              <a:buFont typeface="Symbol" panose="05050102010706020507" pitchFamily="18" charset="2"/>
              <a:buChar char=""/>
            </a:pPr>
            <a:r>
              <a:rPr lang="es-MX" dirty="0">
                <a:effectLst/>
                <a:latin typeface="Cambria" panose="02040503050406030204" pitchFamily="18" charset="0"/>
                <a:ea typeface="Calibri" panose="020F0502020204030204" pitchFamily="34" charset="0"/>
                <a:cs typeface="Times New Roman" panose="02020603050405020304" pitchFamily="18" charset="0"/>
              </a:rPr>
              <a:t>3. Se procede a abrir el archivo “</a:t>
            </a:r>
            <a:r>
              <a:rPr lang="es-MX" dirty="0" err="1">
                <a:effectLst/>
                <a:latin typeface="Cambria" panose="02040503050406030204" pitchFamily="18" charset="0"/>
                <a:ea typeface="Calibri" panose="020F0502020204030204" pitchFamily="34" charset="0"/>
                <a:cs typeface="Times New Roman" panose="02020603050405020304" pitchFamily="18" charset="0"/>
              </a:rPr>
              <a:t>Crea_DB.sql</a:t>
            </a:r>
            <a:r>
              <a:rPr lang="es-MX" dirty="0">
                <a:effectLst/>
                <a:latin typeface="Cambria" panose="02040503050406030204" pitchFamily="18" charset="0"/>
                <a:ea typeface="Calibri" panose="020F0502020204030204" pitchFamily="34" charset="0"/>
                <a:cs typeface="Times New Roman" panose="02020603050405020304" pitchFamily="18" charset="0"/>
              </a:rPr>
              <a:t>” correspondiente al proyecto Eureka Bank. Luego, se copia y pega todo el contenido del script en la consola de </a:t>
            </a:r>
            <a:r>
              <a:rPr lang="es-MX" dirty="0" err="1">
                <a:effectLst/>
                <a:latin typeface="Cambria" panose="02040503050406030204" pitchFamily="18" charset="0"/>
                <a:ea typeface="Calibri" panose="020F0502020204030204" pitchFamily="34" charset="0"/>
                <a:cs typeface="Times New Roman" panose="02020603050405020304" pitchFamily="18" charset="0"/>
              </a:rPr>
              <a:t>MariaDB</a:t>
            </a:r>
            <a:r>
              <a:rPr lang="es-MX" dirty="0">
                <a:effectLst/>
                <a:latin typeface="Cambria" panose="02040503050406030204" pitchFamily="18" charset="0"/>
                <a:ea typeface="Calibri" panose="020F0502020204030204" pitchFamily="34" charset="0"/>
                <a:cs typeface="Times New Roman" panose="02020603050405020304" pitchFamily="18" charset="0"/>
              </a:rPr>
              <a:t> para ejecutar automáticamente la creación de la estructura de la base de datos bancaria. Finalmente, utilizando el comando SHOW TABLES; se verifica que las tablas del sistema hayan sido creadas correctamente.</a:t>
            </a:r>
            <a:endParaRPr lang="es-ES"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8" name="Imagen 7">
            <a:extLst>
              <a:ext uri="{FF2B5EF4-FFF2-40B4-BE49-F238E27FC236}">
                <a16:creationId xmlns:a16="http://schemas.microsoft.com/office/drawing/2014/main" id="{E293C0E4-08D5-4C68-A6E8-128592414442}"/>
              </a:ext>
            </a:extLst>
          </p:cNvPr>
          <p:cNvPicPr>
            <a:picLocks noChangeAspect="1"/>
          </p:cNvPicPr>
          <p:nvPr/>
        </p:nvPicPr>
        <p:blipFill>
          <a:blip r:embed="rId2"/>
          <a:stretch>
            <a:fillRect/>
          </a:stretch>
        </p:blipFill>
        <p:spPr>
          <a:xfrm>
            <a:off x="3118322" y="3728439"/>
            <a:ext cx="3515179" cy="2594455"/>
          </a:xfrm>
          <a:prstGeom prst="rect">
            <a:avLst/>
          </a:prstGeom>
        </p:spPr>
      </p:pic>
    </p:spTree>
    <p:extLst>
      <p:ext uri="{BB962C8B-B14F-4D97-AF65-F5344CB8AC3E}">
        <p14:creationId xmlns:p14="http://schemas.microsoft.com/office/powerpoint/2010/main" val="97457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48998"/>
            <a:ext cx="8589441" cy="2215002"/>
          </a:xfrm>
        </p:spPr>
        <p:txBody>
          <a:bodyPr>
            <a:noAutofit/>
          </a:bodyPr>
          <a:lstStyle/>
          <a:p>
            <a:pPr marL="342900" marR="0" lvl="0" indent="-342900" algn="just">
              <a:lnSpc>
                <a:spcPct val="107000"/>
              </a:lnSpc>
              <a:spcBef>
                <a:spcPts val="0"/>
              </a:spcBef>
              <a:spcAft>
                <a:spcPts val="0"/>
              </a:spcAft>
              <a:buFont typeface="Symbol" panose="05050102010706020507" pitchFamily="18" charset="2"/>
              <a:buChar char=""/>
            </a:pPr>
            <a:r>
              <a:rPr lang="es-MX" dirty="0">
                <a:effectLst/>
                <a:latin typeface="Cambria" panose="02040503050406030204" pitchFamily="18" charset="0"/>
                <a:ea typeface="Calibri" panose="020F0502020204030204" pitchFamily="34" charset="0"/>
                <a:cs typeface="Times New Roman" panose="02020603050405020304" pitchFamily="18" charset="0"/>
              </a:rPr>
              <a:t>4. Para insertar los datos iniciales del sistema bancario, se utiliza el script “</a:t>
            </a:r>
            <a:r>
              <a:rPr lang="es-MX" dirty="0" err="1">
                <a:effectLst/>
                <a:latin typeface="Cambria" panose="02040503050406030204" pitchFamily="18" charset="0"/>
                <a:ea typeface="Calibri" panose="020F0502020204030204" pitchFamily="34" charset="0"/>
                <a:cs typeface="Times New Roman" panose="02020603050405020304" pitchFamily="18" charset="0"/>
              </a:rPr>
              <a:t>Carga_Datos.sql</a:t>
            </a:r>
            <a:r>
              <a:rPr lang="es-MX" dirty="0">
                <a:effectLst/>
                <a:latin typeface="Cambria" panose="02040503050406030204" pitchFamily="18" charset="0"/>
                <a:ea typeface="Calibri" panose="020F0502020204030204" pitchFamily="34" charset="0"/>
                <a:cs typeface="Times New Roman" panose="02020603050405020304" pitchFamily="18" charset="0"/>
              </a:rPr>
              <a:t>”. Se copia y pega el contenido del archivo en la consola de </a:t>
            </a:r>
            <a:r>
              <a:rPr lang="es-MX" dirty="0" err="1">
                <a:effectLst/>
                <a:latin typeface="Cambria" panose="02040503050406030204" pitchFamily="18" charset="0"/>
                <a:ea typeface="Calibri" panose="020F0502020204030204" pitchFamily="34" charset="0"/>
                <a:cs typeface="Times New Roman" panose="02020603050405020304" pitchFamily="18" charset="0"/>
              </a:rPr>
              <a:t>MariaDB</a:t>
            </a:r>
            <a:r>
              <a:rPr lang="es-MX" dirty="0">
                <a:effectLst/>
                <a:latin typeface="Cambria" panose="02040503050406030204" pitchFamily="18" charset="0"/>
                <a:ea typeface="Calibri" panose="020F0502020204030204" pitchFamily="34" charset="0"/>
                <a:cs typeface="Times New Roman" panose="02020603050405020304" pitchFamily="18" charset="0"/>
              </a:rPr>
              <a:t> para ejecutar el registro de usuarios, cuentas bancarias, movimientos y demás información necesaria para las pruebas del sistema Eureka Bank. Finalmente, se realizan consultas de verificación para comprobar que los datos fueron almacenados correctamente.</a:t>
            </a:r>
            <a:endParaRPr lang="es-ES"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10" name="Imagen 9">
            <a:extLst>
              <a:ext uri="{FF2B5EF4-FFF2-40B4-BE49-F238E27FC236}">
                <a16:creationId xmlns:a16="http://schemas.microsoft.com/office/drawing/2014/main" id="{D76FA749-0EB6-4B36-9125-E3A62A40B5B0}"/>
              </a:ext>
            </a:extLst>
          </p:cNvPr>
          <p:cNvPicPr>
            <a:picLocks noChangeAspect="1"/>
          </p:cNvPicPr>
          <p:nvPr/>
        </p:nvPicPr>
        <p:blipFill>
          <a:blip r:embed="rId2"/>
          <a:stretch>
            <a:fillRect/>
          </a:stretch>
        </p:blipFill>
        <p:spPr>
          <a:xfrm>
            <a:off x="1350245" y="4197042"/>
            <a:ext cx="7264400" cy="1820640"/>
          </a:xfrm>
          <a:prstGeom prst="rect">
            <a:avLst/>
          </a:prstGeom>
        </p:spPr>
      </p:pic>
    </p:spTree>
    <p:extLst>
      <p:ext uri="{BB962C8B-B14F-4D97-AF65-F5344CB8AC3E}">
        <p14:creationId xmlns:p14="http://schemas.microsoft.com/office/powerpoint/2010/main" val="2559156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352592" y="1854200"/>
            <a:ext cx="8589441" cy="276860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effectLst/>
                <a:latin typeface="Cambria" panose="02040503050406030204" pitchFamily="18" charset="0"/>
                <a:ea typeface="Calibri" panose="020F0502020204030204" pitchFamily="34" charset="0"/>
                <a:cs typeface="Times New Roman" panose="02020603050405020304" pitchFamily="18" charset="0"/>
              </a:rPr>
              <a:t>2.4	Creación del Servidor SOAP</a:t>
            </a:r>
          </a:p>
          <a:p>
            <a:pPr marL="342900" marR="0" lvl="0" indent="-342900" algn="just">
              <a:lnSpc>
                <a:spcPct val="107000"/>
              </a:lnSpc>
              <a:spcBef>
                <a:spcPts val="0"/>
              </a:spcBef>
              <a:spcAft>
                <a:spcPts val="0"/>
              </a:spcAft>
              <a:buFont typeface="Symbol" panose="05050102010706020507" pitchFamily="18" charset="2"/>
              <a:buChar char=""/>
            </a:pPr>
            <a:r>
              <a:rPr lang="es-ES" dirty="0">
                <a:effectLst/>
                <a:latin typeface="Cambria" panose="02040503050406030204" pitchFamily="18" charset="0"/>
                <a:ea typeface="Calibri" panose="020F0502020204030204" pitchFamily="34" charset="0"/>
                <a:cs typeface="Times New Roman" panose="02020603050405020304" pitchFamily="18" charset="0"/>
              </a:rPr>
              <a:t>1.	</a:t>
            </a:r>
            <a:r>
              <a:rPr lang="es-MX" dirty="0">
                <a:effectLst/>
                <a:latin typeface="Cambria" panose="02040503050406030204" pitchFamily="18" charset="0"/>
                <a:ea typeface="Calibri" panose="020F0502020204030204" pitchFamily="34" charset="0"/>
                <a:cs typeface="Times New Roman" panose="02020603050405020304" pitchFamily="18" charset="0"/>
              </a:rPr>
              <a:t>1. El siguiente paso del proyecto consiste en crear el servidor SOAP de la aplicación Eureka Bank, el cual será responsable de gestionar las operaciones bancarias y la comunicación entre los diferentes clientes del sistema mediante servicios web SOAP en Java. Este proyecto debe ser de tipo Web </a:t>
            </a:r>
            <a:r>
              <a:rPr lang="es-MX" dirty="0" err="1">
                <a:effectLst/>
                <a:latin typeface="Cambria" panose="02040503050406030204" pitchFamily="18" charset="0"/>
                <a:ea typeface="Calibri" panose="020F0502020204030204" pitchFamily="34" charset="0"/>
                <a:cs typeface="Times New Roman" panose="02020603050405020304" pitchFamily="18" charset="0"/>
              </a:rPr>
              <a:t>Application</a:t>
            </a:r>
            <a:r>
              <a:rPr lang="es-MX" dirty="0">
                <a:effectLst/>
                <a:latin typeface="Cambria" panose="02040503050406030204" pitchFamily="18" charset="0"/>
                <a:ea typeface="Calibri" panose="020F0502020204030204" pitchFamily="34" charset="0"/>
                <a:cs typeface="Times New Roman" panose="02020603050405020304" pitchFamily="18" charset="0"/>
              </a:rPr>
              <a:t> y almacenarse dentro de la carpeta “WS_EUREKABANK”. Para iniciar, se crea un nuevo proyecto desde Apache NetBeans seleccionando la opción File &gt; New Project.</a:t>
            </a:r>
            <a:endParaRPr lang="es-ES"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B898B655-06D9-4945-9002-352098B75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9021" y="4330700"/>
            <a:ext cx="3366847" cy="2328862"/>
          </a:xfrm>
          <a:prstGeom prst="rect">
            <a:avLst/>
          </a:prstGeom>
        </p:spPr>
      </p:pic>
    </p:spTree>
    <p:extLst>
      <p:ext uri="{BB962C8B-B14F-4D97-AF65-F5344CB8AC3E}">
        <p14:creationId xmlns:p14="http://schemas.microsoft.com/office/powerpoint/2010/main" val="3663893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390692" y="1962876"/>
            <a:ext cx="8589441" cy="609601"/>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	Luego ajustar las configuraciones del servidor.</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3083E0DE-1B5C-44B5-B562-CC57ABA8C6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0562" y="2736121"/>
            <a:ext cx="5152477" cy="3529015"/>
          </a:xfrm>
          <a:prstGeom prst="rect">
            <a:avLst/>
          </a:prstGeom>
        </p:spPr>
      </p:pic>
    </p:spTree>
    <p:extLst>
      <p:ext uri="{BB962C8B-B14F-4D97-AF65-F5344CB8AC3E}">
        <p14:creationId xmlns:p14="http://schemas.microsoft.com/office/powerpoint/2010/main" val="4261152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504337"/>
            <a:ext cx="8589441" cy="1248504"/>
          </a:xfrm>
        </p:spPr>
        <p:txBody>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4.	</a:t>
            </a:r>
            <a:r>
              <a:rPr lang="es-ES" dirty="0">
                <a:latin typeface="Cambria"/>
                <a:ea typeface="Calibri"/>
                <a:cs typeface="Times New Roman"/>
              </a:rPr>
              <a:t>Ahora se crea la estructura del proyecto</a:t>
            </a:r>
            <a:r>
              <a:rPr lang="es-ES" sz="18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6FA2656B-024D-473B-8DB4-254B5D3C3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1366" y="2295641"/>
            <a:ext cx="3277833" cy="4106711"/>
          </a:xfrm>
          <a:prstGeom prst="rect">
            <a:avLst/>
          </a:prstGeom>
        </p:spPr>
      </p:pic>
    </p:spTree>
    <p:extLst>
      <p:ext uri="{BB962C8B-B14F-4D97-AF65-F5344CB8AC3E}">
        <p14:creationId xmlns:p14="http://schemas.microsoft.com/office/powerpoint/2010/main" val="2070467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512734"/>
            <a:ext cx="8589441" cy="1600466"/>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5.	</a:t>
            </a:r>
            <a:r>
              <a:rPr lang="es-ES" dirty="0">
                <a:latin typeface="Cambria"/>
                <a:ea typeface="Calibri"/>
                <a:cs typeface="Times New Roman"/>
              </a:rPr>
              <a:t>Ahora se crea una clase para hacer Conexión a la BDD y se codifica su lógica</a:t>
            </a:r>
            <a:r>
              <a:rPr lang="es-ES" sz="1800" dirty="0">
                <a:effectLst/>
                <a:latin typeface="Cambria"/>
                <a:ea typeface="Calibri"/>
                <a:cs typeface="Times New Roman"/>
              </a:rPr>
              <a:t>.</a:t>
            </a:r>
            <a:endParaRPr lang="es-ES" dirty="0">
              <a:latin typeface="Cambria"/>
              <a:ea typeface="Calibri"/>
              <a:cs typeface="Times New Roman"/>
            </a:endParaRP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BB36965D-D270-42D3-9B31-DB9B0321BECF}"/>
              </a:ext>
            </a:extLst>
          </p:cNvPr>
          <p:cNvPicPr>
            <a:picLocks noChangeAspect="1"/>
          </p:cNvPicPr>
          <p:nvPr/>
        </p:nvPicPr>
        <p:blipFill>
          <a:blip r:embed="rId2"/>
          <a:stretch>
            <a:fillRect/>
          </a:stretch>
        </p:blipFill>
        <p:spPr>
          <a:xfrm>
            <a:off x="2210298" y="2526534"/>
            <a:ext cx="4815826" cy="3429000"/>
          </a:xfrm>
          <a:prstGeom prst="rect">
            <a:avLst/>
          </a:prstGeom>
        </p:spPr>
      </p:pic>
    </p:spTree>
    <p:extLst>
      <p:ext uri="{BB962C8B-B14F-4D97-AF65-F5344CB8AC3E}">
        <p14:creationId xmlns:p14="http://schemas.microsoft.com/office/powerpoint/2010/main" val="2326254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49818"/>
            <a:ext cx="8589441" cy="787292"/>
          </a:xfrm>
        </p:spPr>
        <p:txBody>
          <a:bodyPr/>
          <a:lstStyle/>
          <a:p>
            <a:pPr marL="342900" indent="-342900" algn="just">
              <a:lnSpc>
                <a:spcPct val="107000"/>
              </a:lnSpc>
              <a:spcBef>
                <a:spcPts val="0"/>
              </a:spcBef>
              <a:spcAft>
                <a:spcPts val="0"/>
              </a:spcAft>
              <a:buFont typeface="Symbol" panose="05050102010706020507" pitchFamily="18" charset="2"/>
              <a:buChar char=""/>
            </a:pPr>
            <a:r>
              <a:rPr lang="es-ES" dirty="0">
                <a:latin typeface="Cambria"/>
                <a:ea typeface="Calibri"/>
                <a:cs typeface="Times New Roman"/>
              </a:rPr>
              <a:t>6</a:t>
            </a:r>
            <a:r>
              <a:rPr lang="es-ES" sz="1800" dirty="0">
                <a:effectLst/>
                <a:latin typeface="Cambria"/>
                <a:ea typeface="Calibri"/>
                <a:cs typeface="Times New Roman"/>
              </a:rPr>
              <a:t>.	Una vez </a:t>
            </a:r>
            <a:r>
              <a:rPr lang="es-ES" dirty="0">
                <a:latin typeface="Cambria"/>
                <a:ea typeface="Calibri"/>
                <a:cs typeface="Times New Roman"/>
              </a:rPr>
              <a:t>con la conexión a la base de datos echa se crea en el modelo lo necesario para los movimientos</a:t>
            </a:r>
            <a:r>
              <a:rPr lang="es-ES" sz="18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95414717-373F-45BF-9ECA-BB6229526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4824" y="3066712"/>
            <a:ext cx="5576993" cy="2308358"/>
          </a:xfrm>
          <a:prstGeom prst="rect">
            <a:avLst/>
          </a:prstGeom>
        </p:spPr>
      </p:pic>
    </p:spTree>
    <p:extLst>
      <p:ext uri="{BB962C8B-B14F-4D97-AF65-F5344CB8AC3E}">
        <p14:creationId xmlns:p14="http://schemas.microsoft.com/office/powerpoint/2010/main" val="376911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16093" y="1806560"/>
            <a:ext cx="8842208" cy="2168540"/>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effectLst/>
                <a:latin typeface="Cambria"/>
                <a:ea typeface="Calibri"/>
                <a:cs typeface="Times New Roman"/>
              </a:rPr>
              <a:t>7. En el paquete “</a:t>
            </a:r>
            <a:r>
              <a:rPr lang="es-MX" dirty="0" err="1">
                <a:effectLst/>
                <a:latin typeface="Cambria"/>
                <a:ea typeface="Calibri"/>
                <a:cs typeface="Times New Roman"/>
              </a:rPr>
              <a:t>service</a:t>
            </a:r>
            <a:r>
              <a:rPr lang="es-MX" dirty="0">
                <a:effectLst/>
                <a:latin typeface="Cambria"/>
                <a:ea typeface="Calibri"/>
                <a:cs typeface="Times New Roman"/>
              </a:rPr>
              <a:t>” se crea la clase “</a:t>
            </a:r>
            <a:r>
              <a:rPr lang="es-MX" dirty="0" err="1">
                <a:effectLst/>
                <a:latin typeface="Cambria"/>
                <a:ea typeface="Calibri"/>
                <a:cs typeface="Times New Roman"/>
              </a:rPr>
              <a:t>EurekaService</a:t>
            </a:r>
            <a:r>
              <a:rPr lang="es-MX" dirty="0">
                <a:effectLst/>
                <a:latin typeface="Cambria"/>
                <a:ea typeface="Calibri"/>
                <a:cs typeface="Times New Roman"/>
              </a:rPr>
              <a:t>”, la cual contendrá la lógica principal de los servicios SOAP del sistema bancario Eureka Bank. En esta clase se implementan los métodos necesarios para ejecutar operaciones como autenticación de usuarios, consulta de saldo, depósitos, retiros, transferencias y visualización de movimientos bancarios, permitiendo la comunicación entre los clientes y la base de datos mediante JAX-WS.</a:t>
            </a:r>
            <a:endParaRPr lang="es-ES"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27E45E6D-54DA-486B-86F2-B1567B33E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3301" y="3820160"/>
            <a:ext cx="4601883" cy="2542540"/>
          </a:xfrm>
          <a:prstGeom prst="rect">
            <a:avLst/>
          </a:prstGeom>
        </p:spPr>
      </p:pic>
    </p:spTree>
    <p:extLst>
      <p:ext uri="{BB962C8B-B14F-4D97-AF65-F5344CB8AC3E}">
        <p14:creationId xmlns:p14="http://schemas.microsoft.com/office/powerpoint/2010/main" val="2478630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23406" y="1793860"/>
            <a:ext cx="8589441" cy="1635140"/>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effectLst/>
                <a:latin typeface="Cambria"/>
                <a:ea typeface="Calibri"/>
                <a:cs typeface="Times New Roman"/>
              </a:rPr>
              <a:t>8. Posteriormente, se crea un nuevo servicio web SOAP denominado “</a:t>
            </a:r>
            <a:r>
              <a:rPr lang="es-MX" dirty="0" err="1">
                <a:effectLst/>
                <a:latin typeface="Cambria"/>
                <a:ea typeface="Calibri"/>
                <a:cs typeface="Times New Roman"/>
              </a:rPr>
              <a:t>WSEureka</a:t>
            </a:r>
            <a:r>
              <a:rPr lang="es-MX" dirty="0">
                <a:effectLst/>
                <a:latin typeface="Cambria"/>
                <a:ea typeface="Calibri"/>
                <a:cs typeface="Times New Roman"/>
              </a:rPr>
              <a:t>”, el cual actuará como punto principal de comunicación entre los clientes del sistema y el servidor. Este servicio expondrá mediante JAX-WS los métodos bancarios desarrollados en la clase </a:t>
            </a:r>
            <a:r>
              <a:rPr lang="es-MX" dirty="0" err="1">
                <a:effectLst/>
                <a:latin typeface="Cambria"/>
                <a:ea typeface="Calibri"/>
                <a:cs typeface="Times New Roman"/>
              </a:rPr>
              <a:t>EurekaService</a:t>
            </a:r>
            <a:r>
              <a:rPr lang="es-MX" dirty="0">
                <a:effectLst/>
                <a:latin typeface="Cambria"/>
                <a:ea typeface="Calibri"/>
                <a:cs typeface="Times New Roman"/>
              </a:rPr>
              <a:t>, permitiendo ejecutar operaciones financieras a través de mensajes SOAP sobre HTTP/XML.</a:t>
            </a:r>
            <a:endParaRPr lang="es-ES"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267F6E19-64A8-4F73-9002-818FFCFBB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049" y="3886448"/>
            <a:ext cx="5593543" cy="1331796"/>
          </a:xfrm>
          <a:prstGeom prst="rect">
            <a:avLst/>
          </a:prstGeom>
        </p:spPr>
      </p:pic>
    </p:spTree>
    <p:extLst>
      <p:ext uri="{BB962C8B-B14F-4D97-AF65-F5344CB8AC3E}">
        <p14:creationId xmlns:p14="http://schemas.microsoft.com/office/powerpoint/2010/main" val="3310875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66694"/>
            <a:ext cx="8531932" cy="1680189"/>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effectLst/>
                <a:latin typeface="Cambria"/>
                <a:ea typeface="Calibri"/>
                <a:cs typeface="Times New Roman"/>
              </a:rPr>
              <a:t>9. A continuación, se procede a codificar la lógica del servicio SOAP utilizando los métodos previamente desarrollados en la clase </a:t>
            </a:r>
            <a:r>
              <a:rPr lang="es-MX" dirty="0" err="1">
                <a:effectLst/>
                <a:latin typeface="Cambria"/>
                <a:ea typeface="Calibri"/>
                <a:cs typeface="Times New Roman"/>
              </a:rPr>
              <a:t>EurekaService</a:t>
            </a:r>
            <a:r>
              <a:rPr lang="es-MX" dirty="0">
                <a:effectLst/>
                <a:latin typeface="Cambria"/>
                <a:ea typeface="Calibri"/>
                <a:cs typeface="Times New Roman"/>
              </a:rPr>
              <a:t>. En esta etapa se implementa la comunicación con la base de datos </a:t>
            </a:r>
            <a:r>
              <a:rPr lang="es-MX" dirty="0" err="1">
                <a:effectLst/>
                <a:latin typeface="Cambria"/>
                <a:ea typeface="Calibri"/>
                <a:cs typeface="Times New Roman"/>
              </a:rPr>
              <a:t>MariaDB</a:t>
            </a:r>
            <a:r>
              <a:rPr lang="es-MX" dirty="0">
                <a:effectLst/>
                <a:latin typeface="Cambria"/>
                <a:ea typeface="Calibri"/>
                <a:cs typeface="Times New Roman"/>
              </a:rPr>
              <a:t>, las validaciones bancarias, el control de concurrencia y las operaciones transaccionales necesarias para garantizar el correcto funcionamiento del sistema Eureka Bank.</a:t>
            </a:r>
            <a:endParaRPr lang="es-ES"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9" name="Imagen 8">
            <a:extLst>
              <a:ext uri="{FF2B5EF4-FFF2-40B4-BE49-F238E27FC236}">
                <a16:creationId xmlns:a16="http://schemas.microsoft.com/office/drawing/2014/main" id="{92D96C0D-0FD9-409F-BF0E-71E5E54EF158}"/>
              </a:ext>
            </a:extLst>
          </p:cNvPr>
          <p:cNvPicPr>
            <a:picLocks noChangeAspect="1"/>
          </p:cNvPicPr>
          <p:nvPr/>
        </p:nvPicPr>
        <p:blipFill>
          <a:blip r:embed="rId2"/>
          <a:stretch>
            <a:fillRect/>
          </a:stretch>
        </p:blipFill>
        <p:spPr>
          <a:xfrm>
            <a:off x="469900" y="3905985"/>
            <a:ext cx="8531932" cy="961781"/>
          </a:xfrm>
          <a:prstGeom prst="rect">
            <a:avLst/>
          </a:prstGeom>
        </p:spPr>
      </p:pic>
    </p:spTree>
    <p:extLst>
      <p:ext uri="{BB962C8B-B14F-4D97-AF65-F5344CB8AC3E}">
        <p14:creationId xmlns:p14="http://schemas.microsoft.com/office/powerpoint/2010/main" val="314429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032487"/>
            <a:ext cx="8589441" cy="771250"/>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10.	Para verificar su funcionamiento, se procede a ejecutar el proyecto y como resultado, se obtendrá una ventana similar a la siguiente.</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C0B8E2BB-ADD0-40DC-B449-D6D6153A161E}"/>
              </a:ext>
            </a:extLst>
          </p:cNvPr>
          <p:cNvPicPr>
            <a:picLocks noChangeAspect="1"/>
          </p:cNvPicPr>
          <p:nvPr/>
        </p:nvPicPr>
        <p:blipFill rotWithShape="1">
          <a:blip r:embed="rId2"/>
          <a:srcRect r="48873"/>
          <a:stretch/>
        </p:blipFill>
        <p:spPr>
          <a:xfrm>
            <a:off x="358608" y="2921050"/>
            <a:ext cx="3638640" cy="2717750"/>
          </a:xfrm>
          <a:prstGeom prst="rect">
            <a:avLst/>
          </a:prstGeom>
        </p:spPr>
      </p:pic>
      <p:pic>
        <p:nvPicPr>
          <p:cNvPr id="9" name="Imagen 8">
            <a:extLst>
              <a:ext uri="{FF2B5EF4-FFF2-40B4-BE49-F238E27FC236}">
                <a16:creationId xmlns:a16="http://schemas.microsoft.com/office/drawing/2014/main" id="{DE2522C1-FA72-4935-BF96-BCC756000BBD}"/>
              </a:ext>
            </a:extLst>
          </p:cNvPr>
          <p:cNvPicPr>
            <a:picLocks noChangeAspect="1"/>
          </p:cNvPicPr>
          <p:nvPr/>
        </p:nvPicPr>
        <p:blipFill rotWithShape="1">
          <a:blip r:embed="rId3"/>
          <a:srcRect r="31642"/>
          <a:stretch/>
        </p:blipFill>
        <p:spPr>
          <a:xfrm>
            <a:off x="4394200" y="3429000"/>
            <a:ext cx="4668754" cy="2066032"/>
          </a:xfrm>
          <a:prstGeom prst="rect">
            <a:avLst/>
          </a:prstGeom>
        </p:spPr>
      </p:pic>
    </p:spTree>
    <p:extLst>
      <p:ext uri="{BB962C8B-B14F-4D97-AF65-F5344CB8AC3E}">
        <p14:creationId xmlns:p14="http://schemas.microsoft.com/office/powerpoint/2010/main" val="3802611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1957836"/>
          </a:xfrm>
        </p:spPr>
        <p:txBody>
          <a:bodyPr>
            <a:no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effectLst/>
                <a:latin typeface="Cambria" panose="02040503050406030204" pitchFamily="18" charset="0"/>
                <a:ea typeface="Calibri" panose="020F0502020204030204" pitchFamily="34" charset="0"/>
                <a:cs typeface="Times New Roman" panose="02020603050405020304" pitchFamily="18" charset="0"/>
              </a:rPr>
              <a:t>2.5	CREACIÓN DEL PROYECTO – CLIENTE CONSOLA</a:t>
            </a:r>
          </a:p>
          <a:p>
            <a:pPr marL="342900" marR="0" lvl="0" indent="-342900" algn="just">
              <a:lnSpc>
                <a:spcPct val="107000"/>
              </a:lnSpc>
              <a:spcBef>
                <a:spcPts val="0"/>
              </a:spcBef>
              <a:spcAft>
                <a:spcPts val="0"/>
              </a:spcAft>
              <a:buFont typeface="Symbol" panose="05050102010706020507" pitchFamily="18" charset="2"/>
              <a:buChar char=""/>
            </a:pPr>
            <a:r>
              <a:rPr lang="es-MX" dirty="0">
                <a:effectLst/>
                <a:latin typeface="Cambria" panose="02040503050406030204" pitchFamily="18" charset="0"/>
                <a:ea typeface="Calibri" panose="020F0502020204030204" pitchFamily="34" charset="0"/>
                <a:cs typeface="Times New Roman" panose="02020603050405020304" pitchFamily="18" charset="0"/>
              </a:rPr>
              <a:t>1. Para desarrollar el cliente consola del sistema Eureka Bank, se crea un nuevo proyecto Java </a:t>
            </a:r>
            <a:r>
              <a:rPr lang="es-MX" dirty="0" err="1">
                <a:effectLst/>
                <a:latin typeface="Cambria" panose="02040503050406030204" pitchFamily="18" charset="0"/>
                <a:ea typeface="Calibri" panose="020F0502020204030204" pitchFamily="34" charset="0"/>
                <a:cs typeface="Times New Roman" panose="02020603050405020304" pitchFamily="18" charset="0"/>
              </a:rPr>
              <a:t>Application</a:t>
            </a:r>
            <a:r>
              <a:rPr lang="es-MX" dirty="0">
                <a:effectLst/>
                <a:latin typeface="Cambria" panose="02040503050406030204" pitchFamily="18" charset="0"/>
                <a:ea typeface="Calibri" panose="020F0502020204030204" pitchFamily="34" charset="0"/>
                <a:cs typeface="Times New Roman" panose="02020603050405020304" pitchFamily="18" charset="0"/>
              </a:rPr>
              <a:t> utilizando Apache NetBeans. Para ello, se selecciona la opción Java </a:t>
            </a:r>
            <a:r>
              <a:rPr lang="es-MX" dirty="0" err="1">
                <a:effectLst/>
                <a:latin typeface="Cambria" panose="02040503050406030204" pitchFamily="18" charset="0"/>
                <a:ea typeface="Calibri" panose="020F0502020204030204" pitchFamily="34" charset="0"/>
                <a:cs typeface="Times New Roman" panose="02020603050405020304" pitchFamily="18" charset="0"/>
              </a:rPr>
              <a:t>with</a:t>
            </a:r>
            <a:r>
              <a:rPr lang="es-MX" dirty="0">
                <a:effectLst/>
                <a:latin typeface="Cambria" panose="02040503050406030204" pitchFamily="18" charset="0"/>
                <a:ea typeface="Calibri" panose="020F0502020204030204" pitchFamily="34" charset="0"/>
                <a:cs typeface="Times New Roman" panose="02020603050405020304" pitchFamily="18" charset="0"/>
              </a:rPr>
              <a:t> </a:t>
            </a:r>
            <a:r>
              <a:rPr lang="es-MX" dirty="0" err="1">
                <a:effectLst/>
                <a:latin typeface="Cambria" panose="02040503050406030204" pitchFamily="18" charset="0"/>
                <a:ea typeface="Calibri" panose="020F0502020204030204" pitchFamily="34" charset="0"/>
                <a:cs typeface="Times New Roman" panose="02020603050405020304" pitchFamily="18" charset="0"/>
              </a:rPr>
              <a:t>Ant</a:t>
            </a:r>
            <a:r>
              <a:rPr lang="es-MX" dirty="0">
                <a:effectLst/>
                <a:latin typeface="Cambria" panose="02040503050406030204" pitchFamily="18" charset="0"/>
                <a:ea typeface="Calibri" panose="020F0502020204030204" pitchFamily="34" charset="0"/>
                <a:cs typeface="Times New Roman" panose="02020603050405020304" pitchFamily="18" charset="0"/>
              </a:rPr>
              <a:t> → Java </a:t>
            </a:r>
            <a:r>
              <a:rPr lang="es-MX" dirty="0" err="1">
                <a:effectLst/>
                <a:latin typeface="Cambria" panose="02040503050406030204" pitchFamily="18" charset="0"/>
                <a:ea typeface="Calibri" panose="020F0502020204030204" pitchFamily="34" charset="0"/>
                <a:cs typeface="Times New Roman" panose="02020603050405020304" pitchFamily="18" charset="0"/>
              </a:rPr>
              <a:t>Application</a:t>
            </a:r>
            <a:r>
              <a:rPr lang="es-MX" dirty="0">
                <a:effectLst/>
                <a:latin typeface="Cambria" panose="02040503050406030204" pitchFamily="18" charset="0"/>
                <a:ea typeface="Calibri" panose="020F0502020204030204" pitchFamily="34" charset="0"/>
                <a:cs typeface="Times New Roman" panose="02020603050405020304" pitchFamily="18" charset="0"/>
              </a:rPr>
              <a:t>, permitiendo implementar una aplicación de consola encargada de consumir los servicios web SOAP desarrollados previamente en el servidor.</a:t>
            </a:r>
            <a:r>
              <a:rPr lang="es-ES" dirty="0">
                <a:effectLst/>
                <a:latin typeface="Cambria" panose="02040503050406030204" pitchFamily="18" charset="0"/>
                <a:ea typeface="Calibri" panose="020F0502020204030204" pitchFamily="34" charset="0"/>
                <a:cs typeface="Times New Roman" panose="02020603050405020304" pitchFamily="18" charset="0"/>
              </a:rPr>
              <a:t>n</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ABCECC2A-6892-4195-9E24-44329A150598}"/>
              </a:ext>
            </a:extLst>
          </p:cNvPr>
          <p:cNvPicPr>
            <a:picLocks noChangeAspect="1"/>
          </p:cNvPicPr>
          <p:nvPr/>
        </p:nvPicPr>
        <p:blipFill>
          <a:blip r:embed="rId2"/>
          <a:stretch>
            <a:fillRect/>
          </a:stretch>
        </p:blipFill>
        <p:spPr>
          <a:xfrm>
            <a:off x="3189287" y="3860800"/>
            <a:ext cx="3664519" cy="2525712"/>
          </a:xfrm>
          <a:prstGeom prst="rect">
            <a:avLst/>
          </a:prstGeom>
        </p:spPr>
      </p:pic>
    </p:spTree>
    <p:extLst>
      <p:ext uri="{BB962C8B-B14F-4D97-AF65-F5344CB8AC3E}">
        <p14:creationId xmlns:p14="http://schemas.microsoft.com/office/powerpoint/2010/main" val="2048556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883545"/>
          </a:xfrm>
        </p:spPr>
        <p:txBody>
          <a:bodyPr>
            <a:normAutofit fontScale="92500"/>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2.	Se crea un cliente de servicio web. Tomar en cuenta que el proyecto servidor debe estar desplegado, el siguiente paso es </a:t>
            </a:r>
            <a:r>
              <a:rPr lang="es-ES" dirty="0">
                <a:latin typeface="Cambria"/>
                <a:ea typeface="Calibri"/>
                <a:cs typeface="Times New Roman"/>
              </a:rPr>
              <a:t>ingresar la dirección en la que se ubica el servicio</a:t>
            </a:r>
            <a:r>
              <a:rPr lang="es-ES" sz="18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493FBFFC-B1CF-4DBE-A8CE-BE7BCE5247A1}"/>
              </a:ext>
            </a:extLst>
          </p:cNvPr>
          <p:cNvPicPr>
            <a:picLocks noChangeAspect="1"/>
          </p:cNvPicPr>
          <p:nvPr/>
        </p:nvPicPr>
        <p:blipFill>
          <a:blip r:embed="rId2"/>
          <a:stretch>
            <a:fillRect/>
          </a:stretch>
        </p:blipFill>
        <p:spPr>
          <a:xfrm>
            <a:off x="2363818" y="2786509"/>
            <a:ext cx="4925982" cy="3390041"/>
          </a:xfrm>
          <a:prstGeom prst="rect">
            <a:avLst/>
          </a:prstGeom>
        </p:spPr>
      </p:pic>
    </p:spTree>
    <p:extLst>
      <p:ext uri="{BB962C8B-B14F-4D97-AF65-F5344CB8AC3E}">
        <p14:creationId xmlns:p14="http://schemas.microsoft.com/office/powerpoint/2010/main" val="1022546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1691136"/>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latin typeface="Cambria"/>
                <a:ea typeface="Calibri"/>
                <a:cs typeface="Times New Roman"/>
              </a:rPr>
              <a:t>3. Posteriormente, se crea la estructura MVC (Modelo - Vista - Controlador) dentro del proyecto cliente consola, organizando el sistema en diferentes paquetes para separar la lógica de negocio, la interacción con los servicios SOAP y la interfaz de usuario en consola, facilitando así el mantenimiento y escalabilidad de la aplicación Eureka Bank.</a:t>
            </a:r>
            <a:endParaRPr lang="es-ES"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09FF2A9F-92A0-4283-99E6-0FDB4F978A95}"/>
              </a:ext>
            </a:extLst>
          </p:cNvPr>
          <p:cNvPicPr>
            <a:picLocks noChangeAspect="1"/>
          </p:cNvPicPr>
          <p:nvPr/>
        </p:nvPicPr>
        <p:blipFill>
          <a:blip r:embed="rId2"/>
          <a:stretch>
            <a:fillRect/>
          </a:stretch>
        </p:blipFill>
        <p:spPr>
          <a:xfrm>
            <a:off x="3173767" y="3781108"/>
            <a:ext cx="2444681" cy="2060892"/>
          </a:xfrm>
          <a:prstGeom prst="rect">
            <a:avLst/>
          </a:prstGeom>
        </p:spPr>
      </p:pic>
    </p:spTree>
    <p:extLst>
      <p:ext uri="{BB962C8B-B14F-4D97-AF65-F5344CB8AC3E}">
        <p14:creationId xmlns:p14="http://schemas.microsoft.com/office/powerpoint/2010/main" val="96770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2021336"/>
          </a:xfrm>
        </p:spPr>
        <p:txBody>
          <a:bodyPr>
            <a:noAutofit/>
          </a:bodyPr>
          <a:lstStyle/>
          <a:p>
            <a:pPr marL="342900" marR="0" lvl="0" indent="-342900" algn="just">
              <a:lnSpc>
                <a:spcPct val="107000"/>
              </a:lnSpc>
              <a:spcBef>
                <a:spcPts val="0"/>
              </a:spcBef>
              <a:spcAft>
                <a:spcPts val="0"/>
              </a:spcAft>
              <a:buFont typeface="Symbol" panose="05050102010706020507" pitchFamily="18" charset="2"/>
              <a:buChar char=""/>
            </a:pPr>
            <a:r>
              <a:rPr lang="es-MX" dirty="0">
                <a:latin typeface="Cambria" panose="02040503050406030204" pitchFamily="18" charset="0"/>
                <a:ea typeface="Calibri" panose="020F0502020204030204" pitchFamily="34" charset="0"/>
                <a:cs typeface="Times New Roman" panose="02020603050405020304" pitchFamily="18" charset="0"/>
              </a:rPr>
              <a:t>4. Se procede a implementar el consumo de los servicios SOAP, para ello se crea una nueva clase llamada “</a:t>
            </a:r>
            <a:r>
              <a:rPr lang="es-MX" dirty="0" err="1">
                <a:latin typeface="Cambria" panose="02040503050406030204" pitchFamily="18" charset="0"/>
                <a:ea typeface="Calibri" panose="020F0502020204030204" pitchFamily="34" charset="0"/>
                <a:cs typeface="Times New Roman" panose="02020603050405020304" pitchFamily="18" charset="0"/>
              </a:rPr>
              <a:t>EurekaService</a:t>
            </a:r>
            <a:r>
              <a:rPr lang="es-MX" dirty="0">
                <a:latin typeface="Cambria" panose="02040503050406030204" pitchFamily="18" charset="0"/>
                <a:ea typeface="Calibri" panose="020F0502020204030204" pitchFamily="34" charset="0"/>
                <a:cs typeface="Times New Roman" panose="02020603050405020304" pitchFamily="18" charset="0"/>
              </a:rPr>
              <a:t>” dentro del paquete “</a:t>
            </a:r>
            <a:r>
              <a:rPr lang="es-MX" dirty="0" err="1">
                <a:latin typeface="Cambria" panose="02040503050406030204" pitchFamily="18" charset="0"/>
                <a:ea typeface="Calibri" panose="020F0502020204030204" pitchFamily="34" charset="0"/>
                <a:cs typeface="Times New Roman" panose="02020603050405020304" pitchFamily="18" charset="0"/>
              </a:rPr>
              <a:t>service</a:t>
            </a:r>
            <a:r>
              <a:rPr lang="es-MX" dirty="0">
                <a:latin typeface="Cambria" panose="02040503050406030204" pitchFamily="18" charset="0"/>
                <a:ea typeface="Calibri" panose="020F0502020204030204" pitchFamily="34" charset="0"/>
                <a:cs typeface="Times New Roman" panose="02020603050405020304" pitchFamily="18" charset="0"/>
              </a:rPr>
              <a:t>”. Esta clase será responsable de establecer la comunicación entre el cliente consola y el servidor SOAP de Eureka Bank, permitiendo ejecutar operaciones bancarias como autenticación, consulta de saldo, depósitos, retiros, transferencias y visualización de movimientos mediante JAX-WS.</a:t>
            </a:r>
            <a:endParaRPr lang="es-ES"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8" name="Imagen 7">
            <a:extLst>
              <a:ext uri="{FF2B5EF4-FFF2-40B4-BE49-F238E27FC236}">
                <a16:creationId xmlns:a16="http://schemas.microsoft.com/office/drawing/2014/main" id="{DBB23B20-A265-4804-B9D9-43774542A012}"/>
              </a:ext>
            </a:extLst>
          </p:cNvPr>
          <p:cNvPicPr>
            <a:picLocks noChangeAspect="1"/>
          </p:cNvPicPr>
          <p:nvPr/>
        </p:nvPicPr>
        <p:blipFill rotWithShape="1">
          <a:blip r:embed="rId2">
            <a:extLst>
              <a:ext uri="{28A0092B-C50C-407E-A947-70E740481C1C}">
                <a14:useLocalDpi xmlns:a14="http://schemas.microsoft.com/office/drawing/2010/main" val="0"/>
              </a:ext>
            </a:extLst>
          </a:blip>
          <a:srcRect t="42748" r="6013" b="27778"/>
          <a:stretch/>
        </p:blipFill>
        <p:spPr>
          <a:xfrm>
            <a:off x="1185058" y="4111308"/>
            <a:ext cx="7381708" cy="1621988"/>
          </a:xfrm>
          <a:prstGeom prst="rect">
            <a:avLst/>
          </a:prstGeom>
        </p:spPr>
      </p:pic>
    </p:spTree>
    <p:extLst>
      <p:ext uri="{BB962C8B-B14F-4D97-AF65-F5344CB8AC3E}">
        <p14:creationId xmlns:p14="http://schemas.microsoft.com/office/powerpoint/2010/main" val="2944665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336716" y="1870471"/>
            <a:ext cx="8654883" cy="1723629"/>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latin typeface="Cambria"/>
                <a:ea typeface="Calibri"/>
                <a:cs typeface="Times New Roman"/>
              </a:rPr>
              <a:t>5. A continuación, se procede a codificar el controlador del cliente consola, el cual utilizará la lógica implementada en el modelo para gestionar las operaciones bancarias del sistema Eureka Bank. El controlador será responsable de coordinar la interacción entre la vista en consola y los servicios SOAP, procesando solicitudes como inicio de sesión, consultas de saldo, depósitos, retiros y transferencias.</a:t>
            </a:r>
            <a:endParaRPr lang="es-ES"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6AA93726-F001-4652-9047-680A9EBC9C9F}"/>
              </a:ext>
            </a:extLst>
          </p:cNvPr>
          <p:cNvPicPr>
            <a:picLocks noChangeAspect="1"/>
          </p:cNvPicPr>
          <p:nvPr/>
        </p:nvPicPr>
        <p:blipFill>
          <a:blip r:embed="rId2"/>
          <a:stretch>
            <a:fillRect/>
          </a:stretch>
        </p:blipFill>
        <p:spPr>
          <a:xfrm>
            <a:off x="2734913" y="3665570"/>
            <a:ext cx="4302829" cy="2441673"/>
          </a:xfrm>
          <a:prstGeom prst="rect">
            <a:avLst/>
          </a:prstGeom>
        </p:spPr>
      </p:pic>
    </p:spTree>
    <p:extLst>
      <p:ext uri="{BB962C8B-B14F-4D97-AF65-F5344CB8AC3E}">
        <p14:creationId xmlns:p14="http://schemas.microsoft.com/office/powerpoint/2010/main" val="141034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42374"/>
            <a:ext cx="8458604" cy="2156525"/>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latin typeface="Cambria"/>
                <a:ea typeface="Calibri"/>
                <a:cs typeface="Times New Roman"/>
              </a:rPr>
              <a:t>6</a:t>
            </a:r>
            <a:r>
              <a:rPr lang="es-MX" dirty="0">
                <a:effectLst/>
                <a:latin typeface="Cambria"/>
                <a:ea typeface="Calibri"/>
                <a:cs typeface="Times New Roman"/>
              </a:rPr>
              <a:t>. La vista del cliente consola se codifica dentro del paquete correspondiente mediante la clase “</a:t>
            </a:r>
            <a:r>
              <a:rPr lang="es-MX" dirty="0" err="1">
                <a:effectLst/>
                <a:latin typeface="Cambria"/>
                <a:ea typeface="Calibri"/>
                <a:cs typeface="Times New Roman"/>
              </a:rPr>
              <a:t>ConsoleView</a:t>
            </a:r>
            <a:r>
              <a:rPr lang="es-MX" dirty="0">
                <a:effectLst/>
                <a:latin typeface="Cambria"/>
                <a:ea typeface="Calibri"/>
                <a:cs typeface="Times New Roman"/>
              </a:rPr>
              <a:t>”, la cual será responsable de mostrar los menús, opciones y resultados de las operaciones bancarias del sistema Eureka Bank. A través de esta interfaz en consola, el usuario podrá interactuar con los servicios SOAP para realizar consultas, depósitos, retiros, transferencias y visualizar movimientos bancarios.</a:t>
            </a:r>
            <a:endParaRPr lang="es-ES"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DAA6A7D9-DC2C-4231-B82A-5BA2401D5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5218" y="3740366"/>
            <a:ext cx="4230549" cy="2451101"/>
          </a:xfrm>
          <a:prstGeom prst="rect">
            <a:avLst/>
          </a:prstGeom>
        </p:spPr>
      </p:pic>
    </p:spTree>
    <p:extLst>
      <p:ext uri="{BB962C8B-B14F-4D97-AF65-F5344CB8AC3E}">
        <p14:creationId xmlns:p14="http://schemas.microsoft.com/office/powerpoint/2010/main" val="2563100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42374"/>
            <a:ext cx="8458604" cy="1534225"/>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latin typeface="Cambria"/>
                <a:ea typeface="Calibri"/>
                <a:cs typeface="Times New Roman"/>
              </a:rPr>
              <a:t>7. Finalmente, se codifica la clase principal del cliente consola para ejecutar toda la lógica implementada en el sistema Eureka Bank. Esta clase será la encargada de inicializar la aplicación, cargar la vista principal y permitir la interacción del usuario con los servicios SOAP y las funcionalidades bancarias desarrolladas.</a:t>
            </a:r>
            <a:endParaRPr lang="es-ES"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82356FF4-F0FE-4895-9E5A-55E928BCD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9918" y="3386978"/>
            <a:ext cx="5092193" cy="2950322"/>
          </a:xfrm>
          <a:prstGeom prst="rect">
            <a:avLst/>
          </a:prstGeom>
        </p:spPr>
      </p:pic>
    </p:spTree>
    <p:extLst>
      <p:ext uri="{BB962C8B-B14F-4D97-AF65-F5344CB8AC3E}">
        <p14:creationId xmlns:p14="http://schemas.microsoft.com/office/powerpoint/2010/main" val="1011879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42375"/>
            <a:ext cx="8458604" cy="620338"/>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8.	</a:t>
            </a:r>
            <a:r>
              <a:rPr lang="es-ES" dirty="0">
                <a:latin typeface="Cambria"/>
                <a:ea typeface="Calibri"/>
                <a:cs typeface="Times New Roman"/>
              </a:rPr>
              <a:t>La implementación queda de la siguiente manera</a:t>
            </a:r>
            <a:r>
              <a:rPr lang="es-ES" sz="1800" dirty="0">
                <a:effectLst/>
                <a:latin typeface="Cambria"/>
                <a:ea typeface="Calibri"/>
                <a:cs typeface="Times New Roman"/>
              </a:rPr>
              <a:t>. </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21DC9666-83F0-4298-B2FC-81A355FD4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2809" y="2418112"/>
            <a:ext cx="4434782" cy="1799498"/>
          </a:xfrm>
          <a:prstGeom prst="rect">
            <a:avLst/>
          </a:prstGeom>
        </p:spPr>
      </p:pic>
      <p:pic>
        <p:nvPicPr>
          <p:cNvPr id="12" name="Imagen 11">
            <a:extLst>
              <a:ext uri="{FF2B5EF4-FFF2-40B4-BE49-F238E27FC236}">
                <a16:creationId xmlns:a16="http://schemas.microsoft.com/office/drawing/2014/main" id="{5D765EF8-8986-4F50-A68E-4AFF6C1EBA1E}"/>
              </a:ext>
            </a:extLst>
          </p:cNvPr>
          <p:cNvPicPr>
            <a:picLocks noChangeAspect="1"/>
          </p:cNvPicPr>
          <p:nvPr/>
        </p:nvPicPr>
        <p:blipFill>
          <a:blip r:embed="rId3"/>
          <a:stretch>
            <a:fillRect/>
          </a:stretch>
        </p:blipFill>
        <p:spPr>
          <a:xfrm>
            <a:off x="2473325" y="4495288"/>
            <a:ext cx="3333750" cy="1638300"/>
          </a:xfrm>
          <a:prstGeom prst="rect">
            <a:avLst/>
          </a:prstGeom>
        </p:spPr>
      </p:pic>
    </p:spTree>
    <p:extLst>
      <p:ext uri="{BB962C8B-B14F-4D97-AF65-F5344CB8AC3E}">
        <p14:creationId xmlns:p14="http://schemas.microsoft.com/office/powerpoint/2010/main" val="2231430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60969"/>
            <a:ext cx="8431632" cy="1114286"/>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a:ea typeface="Calibri"/>
                <a:cs typeface="Times New Roman"/>
              </a:rPr>
              <a:t>1</a:t>
            </a:r>
            <a:r>
              <a:rPr lang="es-ES" sz="1800" dirty="0">
                <a:effectLst/>
                <a:latin typeface="Cambria"/>
                <a:ea typeface="Calibri"/>
                <a:cs typeface="Times New Roman"/>
              </a:rPr>
              <a:t>.	</a:t>
            </a:r>
            <a:r>
              <a:rPr lang="es-ES" dirty="0">
                <a:latin typeface="Cambria"/>
                <a:ea typeface="Calibri"/>
                <a:cs typeface="Times New Roman"/>
              </a:rPr>
              <a:t>Realizado el servidor se avanza a la aplicación cliente, para ello se crea un nuevo proyecto de tipo Java </a:t>
            </a:r>
            <a:r>
              <a:rPr lang="es-ES" dirty="0" err="1">
                <a:latin typeface="Cambria"/>
                <a:ea typeface="Calibri"/>
                <a:cs typeface="Times New Roman"/>
              </a:rPr>
              <a:t>Application</a:t>
            </a:r>
            <a:r>
              <a:rPr lang="es-ES" dirty="0">
                <a:latin typeface="Cambria"/>
                <a:ea typeface="Calibri"/>
                <a:cs typeface="Times New Roman"/>
              </a:rPr>
              <a:t>.</a:t>
            </a:r>
            <a:endParaRPr lang="es-ES" sz="1800" dirty="0">
              <a:effectLst/>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8" name="Imagen 7">
            <a:extLst>
              <a:ext uri="{FF2B5EF4-FFF2-40B4-BE49-F238E27FC236}">
                <a16:creationId xmlns:a16="http://schemas.microsoft.com/office/drawing/2014/main" id="{D6B37B73-0CE4-4BDF-8B8D-BB4DBE85D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4136" y="2870199"/>
            <a:ext cx="5073410" cy="3533775"/>
          </a:xfrm>
          <a:prstGeom prst="rect">
            <a:avLst/>
          </a:prstGeom>
        </p:spPr>
      </p:pic>
    </p:spTree>
    <p:extLst>
      <p:ext uri="{BB962C8B-B14F-4D97-AF65-F5344CB8AC3E}">
        <p14:creationId xmlns:p14="http://schemas.microsoft.com/office/powerpoint/2010/main" val="4057489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60969"/>
            <a:ext cx="8431632" cy="1114286"/>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	Se crea un cliente de servicio web.</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10" name="Imagen 9">
            <a:extLst>
              <a:ext uri="{FF2B5EF4-FFF2-40B4-BE49-F238E27FC236}">
                <a16:creationId xmlns:a16="http://schemas.microsoft.com/office/drawing/2014/main" id="{36F68C22-1A7E-4BD3-B4B7-D9D6B700063F}"/>
              </a:ext>
            </a:extLst>
          </p:cNvPr>
          <p:cNvPicPr>
            <a:picLocks noChangeAspect="1"/>
          </p:cNvPicPr>
          <p:nvPr/>
        </p:nvPicPr>
        <p:blipFill rotWithShape="1">
          <a:blip r:embed="rId2">
            <a:extLst>
              <a:ext uri="{28A0092B-C50C-407E-A947-70E740481C1C}">
                <a14:useLocalDpi xmlns:a14="http://schemas.microsoft.com/office/drawing/2010/main" val="0"/>
              </a:ext>
            </a:extLst>
          </a:blip>
          <a:srcRect b="65703"/>
          <a:stretch/>
        </p:blipFill>
        <p:spPr>
          <a:xfrm>
            <a:off x="1089435" y="3417168"/>
            <a:ext cx="7415146" cy="1739620"/>
          </a:xfrm>
          <a:prstGeom prst="rect">
            <a:avLst/>
          </a:prstGeom>
        </p:spPr>
      </p:pic>
    </p:spTree>
    <p:extLst>
      <p:ext uri="{BB962C8B-B14F-4D97-AF65-F5344CB8AC3E}">
        <p14:creationId xmlns:p14="http://schemas.microsoft.com/office/powerpoint/2010/main" val="2202720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15956"/>
            <a:ext cx="8431632" cy="2068644"/>
          </a:xfrm>
        </p:spPr>
        <p:txBody>
          <a:bodyPr>
            <a:noAutofit/>
          </a:bodyPr>
          <a:lstStyle/>
          <a:p>
            <a:pPr marL="342900" indent="-342900" algn="just">
              <a:lnSpc>
                <a:spcPct val="107000"/>
              </a:lnSpc>
              <a:spcBef>
                <a:spcPts val="0"/>
              </a:spcBef>
              <a:spcAft>
                <a:spcPts val="0"/>
              </a:spcAft>
              <a:buFont typeface="Symbol" panose="05050102010706020507" pitchFamily="18" charset="2"/>
              <a:buChar char=""/>
            </a:pPr>
            <a:r>
              <a:rPr lang="es-MX" dirty="0">
                <a:effectLst/>
                <a:latin typeface="Cambria"/>
                <a:ea typeface="Calibri"/>
                <a:cs typeface="Times New Roman"/>
              </a:rPr>
              <a:t>3. En el paquete “</a:t>
            </a:r>
            <a:r>
              <a:rPr lang="es-MX" dirty="0" err="1">
                <a:effectLst/>
                <a:latin typeface="Cambria"/>
                <a:ea typeface="Calibri"/>
                <a:cs typeface="Times New Roman"/>
              </a:rPr>
              <a:t>model</a:t>
            </a:r>
            <a:r>
              <a:rPr lang="es-MX" dirty="0">
                <a:effectLst/>
                <a:latin typeface="Cambria"/>
                <a:ea typeface="Calibri"/>
                <a:cs typeface="Times New Roman"/>
              </a:rPr>
              <a:t>” se integran los servicios SOAP configurados previamente para el cliente web del sistema Eureka Bank. Para ello, se crea una clase denominada “</a:t>
            </a:r>
            <a:r>
              <a:rPr lang="es-MX" dirty="0" err="1">
                <a:effectLst/>
                <a:latin typeface="Cambria"/>
                <a:ea typeface="Calibri"/>
                <a:cs typeface="Times New Roman"/>
              </a:rPr>
              <a:t>EurekaServiceModel</a:t>
            </a:r>
            <a:r>
              <a:rPr lang="es-MX" dirty="0">
                <a:effectLst/>
                <a:latin typeface="Cambria"/>
                <a:ea typeface="Calibri"/>
                <a:cs typeface="Times New Roman"/>
              </a:rPr>
              <a:t>”, la cual será responsable de consumir los métodos expuestos por el servidor SOAP y gestionar operaciones bancarias como autenticación, consultas, depósitos, retiros y transferencias dentro de la aplicación web.</a:t>
            </a:r>
            <a:endParaRPr lang="es-ES" dirty="0">
              <a:effectLst/>
              <a:ea typeface="+mn-lt"/>
              <a:cs typeface="+mn-lt"/>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8" name="Imagen 7">
            <a:extLst>
              <a:ext uri="{FF2B5EF4-FFF2-40B4-BE49-F238E27FC236}">
                <a16:creationId xmlns:a16="http://schemas.microsoft.com/office/drawing/2014/main" id="{DF51750E-CCF1-4311-A6C5-33C5840C183D}"/>
              </a:ext>
            </a:extLst>
          </p:cNvPr>
          <p:cNvPicPr>
            <a:picLocks noChangeAspect="1"/>
          </p:cNvPicPr>
          <p:nvPr/>
        </p:nvPicPr>
        <p:blipFill rotWithShape="1">
          <a:blip r:embed="rId2">
            <a:extLst>
              <a:ext uri="{28A0092B-C50C-407E-A947-70E740481C1C}">
                <a14:useLocalDpi xmlns:a14="http://schemas.microsoft.com/office/drawing/2010/main" val="0"/>
              </a:ext>
            </a:extLst>
          </a:blip>
          <a:srcRect t="31959"/>
          <a:stretch/>
        </p:blipFill>
        <p:spPr>
          <a:xfrm>
            <a:off x="2542060" y="3855424"/>
            <a:ext cx="4942608" cy="2300419"/>
          </a:xfrm>
          <a:prstGeom prst="rect">
            <a:avLst/>
          </a:prstGeom>
        </p:spPr>
      </p:pic>
    </p:spTree>
    <p:extLst>
      <p:ext uri="{BB962C8B-B14F-4D97-AF65-F5344CB8AC3E}">
        <p14:creationId xmlns:p14="http://schemas.microsoft.com/office/powerpoint/2010/main" val="1493150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78008" y="1816743"/>
            <a:ext cx="8431632" cy="765915"/>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4.	</a:t>
            </a:r>
            <a:r>
              <a:rPr lang="es-ES" dirty="0">
                <a:latin typeface="Cambria"/>
                <a:ea typeface="Calibri"/>
                <a:cs typeface="Times New Roman"/>
              </a:rPr>
              <a:t>Ahora se sigue con la clase del controlador el cual se ubica en su respectivo paquete</a:t>
            </a:r>
            <a:r>
              <a:rPr lang="es-ES" sz="18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7524F9CA-B641-4FFF-9CD6-743B75556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7791" y="2582658"/>
            <a:ext cx="6112628" cy="3475242"/>
          </a:xfrm>
          <a:prstGeom prst="rect">
            <a:avLst/>
          </a:prstGeom>
        </p:spPr>
      </p:pic>
    </p:spTree>
    <p:extLst>
      <p:ext uri="{BB962C8B-B14F-4D97-AF65-F5344CB8AC3E}">
        <p14:creationId xmlns:p14="http://schemas.microsoft.com/office/powerpoint/2010/main" val="921519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15956"/>
            <a:ext cx="8431632" cy="765915"/>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5.	</a:t>
            </a:r>
            <a:r>
              <a:rPr lang="es-ES" dirty="0">
                <a:latin typeface="Cambria"/>
                <a:ea typeface="Calibri"/>
                <a:cs typeface="Times New Roman"/>
              </a:rPr>
              <a:t>Ahora se realiza el diseño de las vistas</a:t>
            </a:r>
            <a:r>
              <a:rPr lang="es-ES" sz="18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B23ECBF2-5F70-499E-8EAC-6CE52775A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2665" y="2481871"/>
            <a:ext cx="2467257" cy="2230727"/>
          </a:xfrm>
          <a:prstGeom prst="rect">
            <a:avLst/>
          </a:prstGeom>
        </p:spPr>
      </p:pic>
      <p:pic>
        <p:nvPicPr>
          <p:cNvPr id="9" name="Imagen 8">
            <a:extLst>
              <a:ext uri="{FF2B5EF4-FFF2-40B4-BE49-F238E27FC236}">
                <a16:creationId xmlns:a16="http://schemas.microsoft.com/office/drawing/2014/main" id="{10C0A557-BA72-4FBD-96C3-4B9B796BE0C1}"/>
              </a:ext>
            </a:extLst>
          </p:cNvPr>
          <p:cNvPicPr>
            <a:picLocks noChangeAspect="1"/>
          </p:cNvPicPr>
          <p:nvPr/>
        </p:nvPicPr>
        <p:blipFill>
          <a:blip r:embed="rId3"/>
          <a:stretch>
            <a:fillRect/>
          </a:stretch>
        </p:blipFill>
        <p:spPr>
          <a:xfrm>
            <a:off x="3076194" y="4735566"/>
            <a:ext cx="3184692" cy="1784438"/>
          </a:xfrm>
          <a:prstGeom prst="rect">
            <a:avLst/>
          </a:prstGeom>
        </p:spPr>
      </p:pic>
      <p:pic>
        <p:nvPicPr>
          <p:cNvPr id="13" name="Imagen 12">
            <a:extLst>
              <a:ext uri="{FF2B5EF4-FFF2-40B4-BE49-F238E27FC236}">
                <a16:creationId xmlns:a16="http://schemas.microsoft.com/office/drawing/2014/main" id="{3BC69046-6491-4755-B50A-C0AA1255321E}"/>
              </a:ext>
            </a:extLst>
          </p:cNvPr>
          <p:cNvPicPr>
            <a:picLocks noChangeAspect="1"/>
          </p:cNvPicPr>
          <p:nvPr/>
        </p:nvPicPr>
        <p:blipFill>
          <a:blip r:embed="rId4"/>
          <a:stretch>
            <a:fillRect/>
          </a:stretch>
        </p:blipFill>
        <p:spPr>
          <a:xfrm>
            <a:off x="1684093" y="2481871"/>
            <a:ext cx="2527470" cy="2138629"/>
          </a:xfrm>
          <a:prstGeom prst="rect">
            <a:avLst/>
          </a:prstGeom>
        </p:spPr>
      </p:pic>
    </p:spTree>
    <p:extLst>
      <p:ext uri="{BB962C8B-B14F-4D97-AF65-F5344CB8AC3E}">
        <p14:creationId xmlns:p14="http://schemas.microsoft.com/office/powerpoint/2010/main" val="36210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5374" y="2038970"/>
            <a:ext cx="7575737" cy="522630"/>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2000" dirty="0">
                <a:effectLst/>
                <a:latin typeface="Cambria"/>
                <a:ea typeface="Calibri"/>
                <a:cs typeface="Times New Roman"/>
              </a:rPr>
              <a:t>6.	</a:t>
            </a:r>
            <a:r>
              <a:rPr lang="es-ES" sz="2000" dirty="0">
                <a:latin typeface="Cambria"/>
                <a:ea typeface="Calibri"/>
                <a:cs typeface="Times New Roman"/>
              </a:rPr>
              <a:t>La ejecución se ve de la siguiente manera</a:t>
            </a:r>
            <a:endParaRPr lang="es-EC" sz="20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B515CCCB-063B-43B6-941B-9498C23CF0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262" y="2635732"/>
            <a:ext cx="3886659" cy="3520112"/>
          </a:xfrm>
          <a:prstGeom prst="rect">
            <a:avLst/>
          </a:prstGeom>
        </p:spPr>
      </p:pic>
    </p:spTree>
    <p:extLst>
      <p:ext uri="{BB962C8B-B14F-4D97-AF65-F5344CB8AC3E}">
        <p14:creationId xmlns:p14="http://schemas.microsoft.com/office/powerpoint/2010/main" val="795099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70355" y="3117273"/>
            <a:ext cx="3478190" cy="1442780"/>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2000" dirty="0">
                <a:effectLst/>
                <a:latin typeface="Cambria"/>
                <a:ea typeface="Calibri"/>
                <a:cs typeface="Times New Roman"/>
              </a:rPr>
              <a:t>7.	</a:t>
            </a:r>
            <a:r>
              <a:rPr lang="es-ES" sz="2000" dirty="0">
                <a:latin typeface="Cambria"/>
                <a:ea typeface="Calibri"/>
                <a:cs typeface="Times New Roman"/>
              </a:rPr>
              <a:t>Pestaña del Menú</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D9566007-512F-48C8-99DA-030D5CF9BA42}"/>
              </a:ext>
            </a:extLst>
          </p:cNvPr>
          <p:cNvPicPr>
            <a:picLocks noChangeAspect="1"/>
          </p:cNvPicPr>
          <p:nvPr/>
        </p:nvPicPr>
        <p:blipFill>
          <a:blip r:embed="rId2"/>
          <a:stretch>
            <a:fillRect/>
          </a:stretch>
        </p:blipFill>
        <p:spPr>
          <a:xfrm>
            <a:off x="3843023" y="2557371"/>
            <a:ext cx="4505954" cy="2562583"/>
          </a:xfrm>
          <a:prstGeom prst="rect">
            <a:avLst/>
          </a:prstGeom>
        </p:spPr>
      </p:pic>
    </p:spTree>
    <p:extLst>
      <p:ext uri="{BB962C8B-B14F-4D97-AF65-F5344CB8AC3E}">
        <p14:creationId xmlns:p14="http://schemas.microsoft.com/office/powerpoint/2010/main" val="3037220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5374" y="2038971"/>
            <a:ext cx="3391926" cy="680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a:ea typeface="Calibri"/>
                <a:cs typeface="Times New Roman"/>
              </a:rPr>
              <a:t>8.	Pestaña </a:t>
            </a:r>
            <a:r>
              <a:rPr lang="es-ES" sz="2000">
                <a:latin typeface="Cambria"/>
                <a:ea typeface="Calibri"/>
                <a:cs typeface="Times New Roman"/>
              </a:rPr>
              <a:t>Depósitos</a:t>
            </a:r>
            <a:r>
              <a:rPr lang="es-ES" sz="20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6877ACFE-D9E4-4789-8007-6AE5D6A6EB97}"/>
              </a:ext>
            </a:extLst>
          </p:cNvPr>
          <p:cNvPicPr>
            <a:picLocks noChangeAspect="1"/>
          </p:cNvPicPr>
          <p:nvPr/>
        </p:nvPicPr>
        <p:blipFill>
          <a:blip r:embed="rId2"/>
          <a:stretch>
            <a:fillRect/>
          </a:stretch>
        </p:blipFill>
        <p:spPr>
          <a:xfrm>
            <a:off x="2619375" y="2999635"/>
            <a:ext cx="3984625" cy="3367827"/>
          </a:xfrm>
          <a:prstGeom prst="rect">
            <a:avLst/>
          </a:prstGeom>
        </p:spPr>
      </p:pic>
    </p:spTree>
    <p:extLst>
      <p:ext uri="{BB962C8B-B14F-4D97-AF65-F5344CB8AC3E}">
        <p14:creationId xmlns:p14="http://schemas.microsoft.com/office/powerpoint/2010/main" val="2132145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5374" y="2038971"/>
            <a:ext cx="3391926" cy="680780"/>
          </a:xfrm>
        </p:spPr>
        <p:txBody>
          <a:bodyPr>
            <a:normAutofit fontScale="92500"/>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latin typeface="Cambria"/>
                <a:ea typeface="Calibri"/>
                <a:cs typeface="Times New Roman"/>
              </a:rPr>
              <a:t>9</a:t>
            </a:r>
            <a:r>
              <a:rPr lang="es-ES" sz="2000" dirty="0">
                <a:effectLst/>
                <a:latin typeface="Cambria"/>
                <a:ea typeface="Calibri"/>
                <a:cs typeface="Times New Roman"/>
              </a:rPr>
              <a:t>.	Pestaña </a:t>
            </a:r>
            <a:r>
              <a:rPr lang="es-ES" sz="2000" dirty="0">
                <a:latin typeface="Cambria"/>
                <a:ea typeface="Calibri"/>
                <a:cs typeface="Times New Roman"/>
              </a:rPr>
              <a:t>Movimientos</a:t>
            </a:r>
            <a:r>
              <a:rPr lang="es-ES" sz="2000" dirty="0">
                <a:effectLst/>
                <a:latin typeface="Cambria"/>
                <a:ea typeface="Calibri"/>
                <a:cs typeface="Times New Roman"/>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D85EB991-BCF2-4ED0-BA25-845C623B789D}"/>
              </a:ext>
            </a:extLst>
          </p:cNvPr>
          <p:cNvPicPr>
            <a:picLocks noChangeAspect="1"/>
          </p:cNvPicPr>
          <p:nvPr/>
        </p:nvPicPr>
        <p:blipFill>
          <a:blip r:embed="rId2"/>
          <a:stretch>
            <a:fillRect/>
          </a:stretch>
        </p:blipFill>
        <p:spPr>
          <a:xfrm>
            <a:off x="2628900" y="2719750"/>
            <a:ext cx="4305303" cy="3642949"/>
          </a:xfrm>
          <a:prstGeom prst="rect">
            <a:avLst/>
          </a:prstGeom>
        </p:spPr>
      </p:pic>
    </p:spTree>
    <p:extLst>
      <p:ext uri="{BB962C8B-B14F-4D97-AF65-F5344CB8AC3E}">
        <p14:creationId xmlns:p14="http://schemas.microsoft.com/office/powerpoint/2010/main" val="4062568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84209" y="1715956"/>
            <a:ext cx="8576663"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Como tercer paso, se crea el proyecto web que permite un funcionamiento multiplataforma.</a:t>
            </a:r>
          </a:p>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Se deben tener en cuenta los siguientes pasos para desarrollar el proyecto.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6A412752-338D-4CFE-A724-EC9306411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3508" y="3063021"/>
            <a:ext cx="4818063" cy="3340953"/>
          </a:xfrm>
          <a:prstGeom prst="rect">
            <a:avLst/>
          </a:prstGeom>
        </p:spPr>
      </p:pic>
    </p:spTree>
    <p:extLst>
      <p:ext uri="{BB962C8B-B14F-4D97-AF65-F5344CB8AC3E}">
        <p14:creationId xmlns:p14="http://schemas.microsoft.com/office/powerpoint/2010/main" val="3022903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46109" y="1465520"/>
            <a:ext cx="8576663"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1.	Estructura WEB. </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12" name="Imagen 11">
            <a:extLst>
              <a:ext uri="{FF2B5EF4-FFF2-40B4-BE49-F238E27FC236}">
                <a16:creationId xmlns:a16="http://schemas.microsoft.com/office/drawing/2014/main" id="{02B6B4D1-4459-49D6-B54C-325C961F93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042" y="2418112"/>
            <a:ext cx="6021065" cy="3487388"/>
          </a:xfrm>
          <a:prstGeom prst="rect">
            <a:avLst/>
          </a:prstGeom>
        </p:spPr>
      </p:pic>
    </p:spTree>
    <p:extLst>
      <p:ext uri="{BB962C8B-B14F-4D97-AF65-F5344CB8AC3E}">
        <p14:creationId xmlns:p14="http://schemas.microsoft.com/office/powerpoint/2010/main" val="2320291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91570" y="1585592"/>
            <a:ext cx="8576663" cy="1442780"/>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2000" dirty="0">
                <a:latin typeface="Cambria"/>
                <a:ea typeface="Calibri"/>
                <a:cs typeface="Times New Roman"/>
              </a:rPr>
              <a:t>2</a:t>
            </a:r>
            <a:r>
              <a:rPr lang="es-ES" sz="2000" dirty="0">
                <a:effectLst/>
                <a:latin typeface="Cambria"/>
                <a:ea typeface="Calibri"/>
                <a:cs typeface="Times New Roman"/>
              </a:rPr>
              <a:t>.	</a:t>
            </a:r>
            <a:r>
              <a:rPr lang="es-ES" sz="2000" dirty="0">
                <a:latin typeface="Cambria"/>
                <a:ea typeface="Calibri"/>
                <a:cs typeface="Times New Roman"/>
              </a:rPr>
              <a:t>Nuevamente se integra la lógica del modelo</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a:extLst>
              <a:ext uri="{FF2B5EF4-FFF2-40B4-BE49-F238E27FC236}">
                <a16:creationId xmlns:a16="http://schemas.microsoft.com/office/drawing/2014/main" id="{461327C7-59FB-46C1-8A8B-778FA6097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0890" y="2755900"/>
            <a:ext cx="2912697" cy="3472831"/>
          </a:xfrm>
          <a:prstGeom prst="rect">
            <a:avLst/>
          </a:prstGeom>
        </p:spPr>
      </p:pic>
    </p:spTree>
    <p:extLst>
      <p:ext uri="{BB962C8B-B14F-4D97-AF65-F5344CB8AC3E}">
        <p14:creationId xmlns:p14="http://schemas.microsoft.com/office/powerpoint/2010/main" val="73835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1541167"/>
            <a:ext cx="5504256" cy="923925"/>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2000" dirty="0">
                <a:effectLst/>
                <a:latin typeface="Cambria"/>
                <a:ea typeface="Calibri"/>
                <a:cs typeface="Times New Roman"/>
              </a:rPr>
              <a:t>3.	</a:t>
            </a:r>
            <a:r>
              <a:rPr lang="es-ES" sz="2000" dirty="0">
                <a:latin typeface="Cambria"/>
                <a:ea typeface="Calibri"/>
                <a:cs typeface="Times New Roman"/>
              </a:rPr>
              <a:t>Ahora la lógica del controlador</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053E3798-1918-40B3-BA18-87ACC2B81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5762" y="2632136"/>
            <a:ext cx="6221109" cy="1343933"/>
          </a:xfrm>
          <a:prstGeom prst="rect">
            <a:avLst/>
          </a:prstGeom>
        </p:spPr>
      </p:pic>
    </p:spTree>
    <p:extLst>
      <p:ext uri="{BB962C8B-B14F-4D97-AF65-F5344CB8AC3E}">
        <p14:creationId xmlns:p14="http://schemas.microsoft.com/office/powerpoint/2010/main" val="504871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2002233"/>
            <a:ext cx="8717364" cy="370961"/>
          </a:xfrm>
        </p:spPr>
        <p:txBody>
          <a:bodyPr>
            <a:normAutofit fontScale="92500" lnSpcReduction="20000"/>
          </a:bodyPr>
          <a:lstStyle/>
          <a:p>
            <a:pPr marL="342900" indent="-342900" algn="just">
              <a:lnSpc>
                <a:spcPct val="107000"/>
              </a:lnSpc>
              <a:spcBef>
                <a:spcPts val="0"/>
              </a:spcBef>
              <a:spcAft>
                <a:spcPts val="0"/>
              </a:spcAft>
              <a:buFont typeface="Symbol" panose="05050102010706020507" pitchFamily="18" charset="2"/>
              <a:buChar char=""/>
            </a:pPr>
            <a:r>
              <a:rPr lang="es-ES" sz="2000" dirty="0">
                <a:effectLst/>
                <a:latin typeface="Cambria"/>
                <a:ea typeface="Calibri"/>
                <a:cs typeface="Times New Roman"/>
              </a:rPr>
              <a:t>4. </a:t>
            </a:r>
            <a:r>
              <a:rPr lang="es-ES" sz="2000" dirty="0">
                <a:latin typeface="Cambria"/>
                <a:ea typeface="Calibri"/>
                <a:cs typeface="Times New Roman"/>
              </a:rPr>
              <a:t>Ahora</a:t>
            </a:r>
            <a:r>
              <a:rPr lang="es-ES" sz="2000" dirty="0">
                <a:effectLst/>
                <a:latin typeface="Cambria"/>
                <a:ea typeface="Calibri"/>
                <a:cs typeface="Times New Roman"/>
              </a:rPr>
              <a:t> </a:t>
            </a:r>
            <a:r>
              <a:rPr lang="es-ES" sz="2000" dirty="0">
                <a:latin typeface="Cambria"/>
                <a:ea typeface="Calibri"/>
                <a:cs typeface="Times New Roman"/>
              </a:rPr>
              <a:t>las vistas, empezando por las de </a:t>
            </a:r>
            <a:r>
              <a:rPr lang="es-ES" sz="2000" dirty="0" err="1">
                <a:latin typeface="Cambria"/>
                <a:ea typeface="Calibri"/>
                <a:cs typeface="Times New Roman"/>
              </a:rPr>
              <a:t>Login</a:t>
            </a:r>
            <a:r>
              <a:rPr lang="es-ES" sz="2000" dirty="0">
                <a:latin typeface="Cambria"/>
                <a:ea typeface="Calibri"/>
                <a:cs typeface="Times New Roman"/>
              </a:rPr>
              <a:t> y </a:t>
            </a:r>
            <a:r>
              <a:rPr lang="es-ES" sz="2000" dirty="0" err="1">
                <a:latin typeface="Cambria"/>
                <a:ea typeface="Calibri"/>
                <a:cs typeface="Times New Roman"/>
              </a:rPr>
              <a:t>Menu</a:t>
            </a:r>
            <a:r>
              <a:rPr lang="es-ES" sz="2000" dirty="0">
                <a:latin typeface="Cambria"/>
                <a:ea typeface="Calibri"/>
                <a:cs typeface="Times New Roman"/>
              </a:rPr>
              <a:t> </a:t>
            </a:r>
            <a:endParaRPr lang="es-ES" sz="2000" dirty="0">
              <a:effectLst/>
              <a:latin typeface="Cambria"/>
              <a:ea typeface="Calibri"/>
              <a:cs typeface="Times New Roman"/>
            </a:endParaRPr>
          </a:p>
        </p:txBody>
      </p:sp>
      <p:pic>
        <p:nvPicPr>
          <p:cNvPr id="8" name="Imagen 7">
            <a:extLst>
              <a:ext uri="{FF2B5EF4-FFF2-40B4-BE49-F238E27FC236}">
                <a16:creationId xmlns:a16="http://schemas.microsoft.com/office/drawing/2014/main" id="{F8C2CA5F-8FED-40E8-A50F-79434166A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6867" y="2604641"/>
            <a:ext cx="6131244" cy="3551203"/>
          </a:xfrm>
          <a:prstGeom prst="rect">
            <a:avLst/>
          </a:prstGeom>
        </p:spPr>
      </p:pic>
    </p:spTree>
    <p:extLst>
      <p:ext uri="{BB962C8B-B14F-4D97-AF65-F5344CB8AC3E}">
        <p14:creationId xmlns:p14="http://schemas.microsoft.com/office/powerpoint/2010/main" val="1598552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1887214"/>
            <a:ext cx="8702987" cy="399715"/>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2000" dirty="0">
                <a:latin typeface="Cambria"/>
                <a:ea typeface="Calibri"/>
                <a:cs typeface="Times New Roman"/>
              </a:rPr>
              <a:t>5</a:t>
            </a:r>
            <a:r>
              <a:rPr lang="es-ES" sz="2000" dirty="0">
                <a:effectLst/>
                <a:latin typeface="Cambria"/>
                <a:ea typeface="Calibri"/>
                <a:cs typeface="Times New Roman"/>
              </a:rPr>
              <a:t>.</a:t>
            </a:r>
            <a:r>
              <a:rPr lang="es-ES" sz="2000" dirty="0">
                <a:latin typeface="Cambria"/>
                <a:ea typeface="Calibri"/>
                <a:cs typeface="Times New Roman"/>
              </a:rPr>
              <a:t> Siguiendo</a:t>
            </a:r>
            <a:r>
              <a:rPr lang="es-ES" sz="2000" dirty="0">
                <a:effectLst/>
                <a:latin typeface="Cambria"/>
                <a:ea typeface="Calibri"/>
                <a:cs typeface="Times New Roman"/>
              </a:rPr>
              <a:t> </a:t>
            </a:r>
            <a:r>
              <a:rPr lang="es-ES" sz="2000" dirty="0">
                <a:latin typeface="Cambria"/>
                <a:ea typeface="Calibri"/>
                <a:cs typeface="Times New Roman"/>
              </a:rPr>
              <a:t>por las de depósito y consulta de movimientos </a:t>
            </a:r>
            <a:endParaRPr lang="es-ES" sz="2000" dirty="0">
              <a:effectLst/>
              <a:latin typeface="Cambria"/>
              <a:ea typeface="Calibri"/>
              <a:cs typeface="Times New Roman"/>
            </a:endParaRPr>
          </a:p>
        </p:txBody>
      </p:sp>
      <p:pic>
        <p:nvPicPr>
          <p:cNvPr id="10" name="Imagen 9">
            <a:extLst>
              <a:ext uri="{FF2B5EF4-FFF2-40B4-BE49-F238E27FC236}">
                <a16:creationId xmlns:a16="http://schemas.microsoft.com/office/drawing/2014/main" id="{0591705D-89C1-4856-93E8-42D0F9864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9600" y="2458187"/>
            <a:ext cx="6248400" cy="3358515"/>
          </a:xfrm>
          <a:prstGeom prst="rect">
            <a:avLst/>
          </a:prstGeom>
        </p:spPr>
      </p:pic>
    </p:spTree>
    <p:extLst>
      <p:ext uri="{BB962C8B-B14F-4D97-AF65-F5344CB8AC3E}">
        <p14:creationId xmlns:p14="http://schemas.microsoft.com/office/powerpoint/2010/main" val="792986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2002233"/>
            <a:ext cx="8429817" cy="399715"/>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sz="2000" dirty="0">
                <a:latin typeface="Cambria"/>
                <a:ea typeface="Calibri"/>
                <a:cs typeface="Times New Roman"/>
              </a:rPr>
              <a:t>6</a:t>
            </a:r>
            <a:r>
              <a:rPr lang="es-ES" sz="2000" dirty="0">
                <a:effectLst/>
                <a:latin typeface="Cambria"/>
                <a:ea typeface="Calibri"/>
                <a:cs typeface="Times New Roman"/>
              </a:rPr>
              <a:t>.</a:t>
            </a:r>
            <a:r>
              <a:rPr lang="es-ES" sz="2000" dirty="0">
                <a:latin typeface="Cambria"/>
                <a:ea typeface="Calibri"/>
                <a:cs typeface="Times New Roman"/>
              </a:rPr>
              <a:t> La</a:t>
            </a:r>
            <a:r>
              <a:rPr lang="es-ES" sz="2000" dirty="0">
                <a:effectLst/>
                <a:latin typeface="Cambria"/>
                <a:ea typeface="Calibri"/>
                <a:cs typeface="Times New Roman"/>
              </a:rPr>
              <a:t> </a:t>
            </a:r>
            <a:r>
              <a:rPr lang="es-ES" sz="2000" dirty="0">
                <a:latin typeface="Cambria"/>
                <a:ea typeface="Calibri"/>
                <a:cs typeface="Times New Roman"/>
              </a:rPr>
              <a:t>ejecución de </a:t>
            </a:r>
            <a:r>
              <a:rPr lang="es-ES" sz="2000" dirty="0" err="1">
                <a:latin typeface="Cambria"/>
                <a:ea typeface="Calibri"/>
                <a:cs typeface="Times New Roman"/>
              </a:rPr>
              <a:t>login</a:t>
            </a:r>
            <a:r>
              <a:rPr lang="es-ES" sz="2000" dirty="0">
                <a:latin typeface="Cambria"/>
                <a:ea typeface="Calibri"/>
                <a:cs typeface="Times New Roman"/>
              </a:rPr>
              <a:t> y </a:t>
            </a:r>
            <a:r>
              <a:rPr lang="es-ES" sz="2000" dirty="0" err="1">
                <a:latin typeface="Cambria"/>
                <a:ea typeface="Calibri"/>
                <a:cs typeface="Times New Roman"/>
              </a:rPr>
              <a:t>menu</a:t>
            </a:r>
            <a:r>
              <a:rPr lang="es-ES" sz="2000" dirty="0">
                <a:latin typeface="Cambria"/>
                <a:ea typeface="Calibri"/>
                <a:cs typeface="Times New Roman"/>
              </a:rPr>
              <a:t> queda de la siguiente manera </a:t>
            </a:r>
            <a:endParaRPr lang="es-ES" sz="2000" dirty="0">
              <a:effectLst/>
              <a:latin typeface="Cambria"/>
              <a:ea typeface="Calibri"/>
              <a:cs typeface="Times New Roman"/>
            </a:endParaRPr>
          </a:p>
        </p:txBody>
      </p:sp>
      <p:pic>
        <p:nvPicPr>
          <p:cNvPr id="4" name="Imagen 3">
            <a:extLst>
              <a:ext uri="{FF2B5EF4-FFF2-40B4-BE49-F238E27FC236}">
                <a16:creationId xmlns:a16="http://schemas.microsoft.com/office/drawing/2014/main" id="{E778EFD8-D163-42B4-9E96-F3A1E51F3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35" y="2688225"/>
            <a:ext cx="5996066" cy="3429000"/>
          </a:xfrm>
          <a:prstGeom prst="rect">
            <a:avLst/>
          </a:prstGeom>
        </p:spPr>
      </p:pic>
    </p:spTree>
    <p:extLst>
      <p:ext uri="{BB962C8B-B14F-4D97-AF65-F5344CB8AC3E}">
        <p14:creationId xmlns:p14="http://schemas.microsoft.com/office/powerpoint/2010/main" val="3257151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477398" y="1867247"/>
            <a:ext cx="8451972" cy="433401"/>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1.	Creación proyecto cliente móvil. </a:t>
            </a:r>
          </a:p>
        </p:txBody>
      </p:sp>
      <p:pic>
        <p:nvPicPr>
          <p:cNvPr id="8" name="Imagen 7">
            <a:extLst>
              <a:ext uri="{FF2B5EF4-FFF2-40B4-BE49-F238E27FC236}">
                <a16:creationId xmlns:a16="http://schemas.microsoft.com/office/drawing/2014/main" id="{166ED28F-E467-4DA6-9E24-2B9AA83179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730499"/>
            <a:ext cx="4229182" cy="3082851"/>
          </a:xfrm>
          <a:prstGeom prst="rect">
            <a:avLst/>
          </a:prstGeom>
        </p:spPr>
      </p:pic>
      <p:pic>
        <p:nvPicPr>
          <p:cNvPr id="13" name="Imagen 12">
            <a:extLst>
              <a:ext uri="{FF2B5EF4-FFF2-40B4-BE49-F238E27FC236}">
                <a16:creationId xmlns:a16="http://schemas.microsoft.com/office/drawing/2014/main" id="{59281DC1-86E2-44C4-BDB7-C581E0F0B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5310" y="2730499"/>
            <a:ext cx="4259598" cy="3082851"/>
          </a:xfrm>
          <a:prstGeom prst="rect">
            <a:avLst/>
          </a:prstGeom>
        </p:spPr>
      </p:pic>
    </p:spTree>
    <p:extLst>
      <p:ext uri="{BB962C8B-B14F-4D97-AF65-F5344CB8AC3E}">
        <p14:creationId xmlns:p14="http://schemas.microsoft.com/office/powerpoint/2010/main" val="278960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1911212"/>
            <a:ext cx="8451972" cy="101380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latin typeface="Cambria" panose="02040503050406030204" pitchFamily="18" charset="0"/>
                <a:ea typeface="Calibri" panose="020F0502020204030204" pitchFamily="34" charset="0"/>
                <a:cs typeface="Times New Roman" panose="02020603050405020304" pitchFamily="18" charset="0"/>
              </a:rPr>
              <a:t>2</a:t>
            </a:r>
            <a:r>
              <a:rPr lang="es-ES" sz="2000" dirty="0">
                <a:effectLst/>
                <a:latin typeface="Cambria" panose="02040503050406030204" pitchFamily="18" charset="0"/>
                <a:ea typeface="Calibri" panose="020F0502020204030204" pitchFamily="34" charset="0"/>
                <a:cs typeface="Times New Roman" panose="02020603050405020304" pitchFamily="18" charset="0"/>
              </a:rPr>
              <a:t>.	MVC, clases en diferentes paquetes</a:t>
            </a:r>
          </a:p>
        </p:txBody>
      </p:sp>
      <p:pic>
        <p:nvPicPr>
          <p:cNvPr id="9" name="Imagen 8">
            <a:extLst>
              <a:ext uri="{FF2B5EF4-FFF2-40B4-BE49-F238E27FC236}">
                <a16:creationId xmlns:a16="http://schemas.microsoft.com/office/drawing/2014/main" id="{84CCA985-3714-41C4-B9D6-51D8E6CE2658}"/>
              </a:ext>
            </a:extLst>
          </p:cNvPr>
          <p:cNvPicPr>
            <a:picLocks noChangeAspect="1"/>
          </p:cNvPicPr>
          <p:nvPr/>
        </p:nvPicPr>
        <p:blipFill rotWithShape="1">
          <a:blip r:embed="rId2">
            <a:extLst>
              <a:ext uri="{28A0092B-C50C-407E-A947-70E740481C1C}">
                <a14:useLocalDpi xmlns:a14="http://schemas.microsoft.com/office/drawing/2010/main" val="0"/>
              </a:ext>
            </a:extLst>
          </a:blip>
          <a:srcRect t="49236"/>
          <a:stretch/>
        </p:blipFill>
        <p:spPr>
          <a:xfrm>
            <a:off x="4932345" y="2925012"/>
            <a:ext cx="3352285" cy="3043988"/>
          </a:xfrm>
          <a:prstGeom prst="rect">
            <a:avLst/>
          </a:prstGeom>
        </p:spPr>
      </p:pic>
      <p:pic>
        <p:nvPicPr>
          <p:cNvPr id="10" name="Imagen 9">
            <a:extLst>
              <a:ext uri="{FF2B5EF4-FFF2-40B4-BE49-F238E27FC236}">
                <a16:creationId xmlns:a16="http://schemas.microsoft.com/office/drawing/2014/main" id="{9FB68062-090C-4241-AE17-DB85A800F224}"/>
              </a:ext>
            </a:extLst>
          </p:cNvPr>
          <p:cNvPicPr>
            <a:picLocks noChangeAspect="1"/>
          </p:cNvPicPr>
          <p:nvPr/>
        </p:nvPicPr>
        <p:blipFill rotWithShape="1">
          <a:blip r:embed="rId2">
            <a:extLst>
              <a:ext uri="{28A0092B-C50C-407E-A947-70E740481C1C}">
                <a14:useLocalDpi xmlns:a14="http://schemas.microsoft.com/office/drawing/2010/main" val="0"/>
              </a:ext>
            </a:extLst>
          </a:blip>
          <a:srcRect t="456" b="50764"/>
          <a:stretch/>
        </p:blipFill>
        <p:spPr>
          <a:xfrm>
            <a:off x="1229527" y="2925012"/>
            <a:ext cx="3352285" cy="2925012"/>
          </a:xfrm>
          <a:prstGeom prst="rect">
            <a:avLst/>
          </a:prstGeom>
        </p:spPr>
      </p:pic>
    </p:spTree>
    <p:extLst>
      <p:ext uri="{BB962C8B-B14F-4D97-AF65-F5344CB8AC3E}">
        <p14:creationId xmlns:p14="http://schemas.microsoft.com/office/powerpoint/2010/main" val="2247966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D241-FBA8-66F2-2C21-76D5ABF8CA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1D9C91-840B-FA7F-2138-3CE030BBBDFE}"/>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9DD482C0-FA2F-BBC8-FE00-EE9EF29C88C5}"/>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23DE460B-3558-147D-80CA-E39B7F4A0513}"/>
              </a:ext>
            </a:extLst>
          </p:cNvPr>
          <p:cNvSpPr>
            <a:spLocks noGrp="1"/>
          </p:cNvSpPr>
          <p:nvPr>
            <p:ph idx="1"/>
          </p:nvPr>
        </p:nvSpPr>
        <p:spPr>
          <a:xfrm>
            <a:off x="581192" y="1911212"/>
            <a:ext cx="8451972" cy="101380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latin typeface="Cambria" panose="02040503050406030204" pitchFamily="18" charset="0"/>
                <a:ea typeface="Calibri" panose="020F0502020204030204" pitchFamily="34" charset="0"/>
                <a:cs typeface="Times New Roman" panose="02020603050405020304" pitchFamily="18" charset="0"/>
              </a:rPr>
              <a:t>2</a:t>
            </a:r>
            <a:r>
              <a:rPr lang="es-ES" sz="2000" dirty="0">
                <a:effectLst/>
                <a:latin typeface="Cambria" panose="02040503050406030204" pitchFamily="18" charset="0"/>
                <a:ea typeface="Calibri" panose="020F0502020204030204" pitchFamily="34" charset="0"/>
                <a:cs typeface="Times New Roman" panose="02020603050405020304" pitchFamily="18" charset="0"/>
              </a:rPr>
              <a:t>.	MVC, codificación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EurekabakService</a:t>
            </a:r>
            <a:r>
              <a:rPr lang="es-ES" sz="2000" dirty="0">
                <a:effectLst/>
                <a:latin typeface="Cambria" panose="02040503050406030204" pitchFamily="18" charset="0"/>
                <a:ea typeface="Calibri" panose="020F0502020204030204" pitchFamily="34" charset="0"/>
                <a:cs typeface="Times New Roman" panose="02020603050405020304" pitchFamily="18" charset="0"/>
              </a:rPr>
              <a:t> y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EurekabankControlador</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45033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1911212"/>
            <a:ext cx="8451972" cy="101380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a:ea typeface="Calibri"/>
                <a:cs typeface="Times New Roman"/>
              </a:rPr>
              <a:t>3.	</a:t>
            </a:r>
            <a:r>
              <a:rPr lang="es-ES" sz="2000" dirty="0">
                <a:latin typeface="Cambria"/>
                <a:ea typeface="Calibri"/>
                <a:cs typeface="Times New Roman"/>
              </a:rPr>
              <a:t>Ventanas o pantallas en ejecución aplicativo móvil</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F6641A54-E1CF-4052-BEC0-2393F23DA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4528" y="2806700"/>
            <a:ext cx="1765300" cy="3530600"/>
          </a:xfrm>
          <a:prstGeom prst="rect">
            <a:avLst/>
          </a:prstGeom>
        </p:spPr>
      </p:pic>
      <p:pic>
        <p:nvPicPr>
          <p:cNvPr id="13" name="Imagen 12">
            <a:extLst>
              <a:ext uri="{FF2B5EF4-FFF2-40B4-BE49-F238E27FC236}">
                <a16:creationId xmlns:a16="http://schemas.microsoft.com/office/drawing/2014/main" id="{995CEA1E-3630-4C11-BCFA-478562558C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806700"/>
            <a:ext cx="1962838" cy="3530600"/>
          </a:xfrm>
          <a:prstGeom prst="rect">
            <a:avLst/>
          </a:prstGeom>
        </p:spPr>
      </p:pic>
      <p:pic>
        <p:nvPicPr>
          <p:cNvPr id="17" name="Imagen 16">
            <a:extLst>
              <a:ext uri="{FF2B5EF4-FFF2-40B4-BE49-F238E27FC236}">
                <a16:creationId xmlns:a16="http://schemas.microsoft.com/office/drawing/2014/main" id="{53016C8F-C004-453F-B8E5-D5914615D6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1428" y="2806700"/>
            <a:ext cx="2144518" cy="3576644"/>
          </a:xfrm>
          <a:prstGeom prst="rect">
            <a:avLst/>
          </a:prstGeom>
        </p:spPr>
      </p:pic>
    </p:spTree>
    <p:extLst>
      <p:ext uri="{BB962C8B-B14F-4D97-AF65-F5344CB8AC3E}">
        <p14:creationId xmlns:p14="http://schemas.microsoft.com/office/powerpoint/2010/main" val="2756267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6"/>
            <a:ext cx="8589441" cy="3678303"/>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SOAP (Simple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Object</a:t>
            </a:r>
            <a:r>
              <a:rPr lang="es-ES" sz="1800" dirty="0">
                <a:effectLst/>
                <a:latin typeface="Cambria" panose="02040503050406030204" pitchFamily="18" charset="0"/>
                <a:ea typeface="Calibri" panose="020F0502020204030204" pitchFamily="34" charset="0"/>
                <a:cs typeface="Times New Roman" panose="02020603050405020304" pitchFamily="18" charset="0"/>
              </a:rPr>
              <a:t> Access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Protocol</a:t>
            </a:r>
            <a:r>
              <a:rPr lang="es-ES" sz="1800" dirty="0">
                <a:effectLst/>
                <a:latin typeface="Cambria" panose="02040503050406030204" pitchFamily="18" charset="0"/>
                <a:ea typeface="Calibri" panose="020F0502020204030204" pitchFamily="34" charset="0"/>
                <a:cs typeface="Times New Roman" panose="02020603050405020304" pitchFamily="18" charset="0"/>
              </a:rPr>
              <a:t>) es un protocolo estandarizado que define cómo los mensajes deben ser enviados y recibidos. Es más estricto y pesado que REST, pero proporciona robustez y seguridad adicional.</a:t>
            </a: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Java ofrece una amplia gama de herramientas y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frameworks</a:t>
            </a:r>
            <a:r>
              <a:rPr lang="es-ES" sz="1800" dirty="0">
                <a:effectLst/>
                <a:latin typeface="Cambria" panose="02040503050406030204" pitchFamily="18" charset="0"/>
                <a:ea typeface="Calibri" panose="020F0502020204030204" pitchFamily="34" charset="0"/>
                <a:cs typeface="Times New Roman" panose="02020603050405020304" pitchFamily="18" charset="0"/>
              </a:rPr>
              <a:t> para trabajar con SOAP, como JAX-WS (Java API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for</a:t>
            </a:r>
            <a:r>
              <a:rPr lang="es-ES" sz="1800" dirty="0">
                <a:effectLst/>
                <a:latin typeface="Cambria" panose="02040503050406030204" pitchFamily="18" charset="0"/>
                <a:ea typeface="Calibri" panose="020F0502020204030204" pitchFamily="34" charset="0"/>
                <a:cs typeface="Times New Roman" panose="02020603050405020304" pitchFamily="18" charset="0"/>
              </a:rPr>
              <a:t> XML Web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Services</a:t>
            </a:r>
            <a:r>
              <a:rPr lang="es-ES" sz="1800" dirty="0">
                <a:effectLst/>
                <a:latin typeface="Cambria" panose="02040503050406030204" pitchFamily="18" charset="0"/>
                <a:ea typeface="Calibri" panose="020F0502020204030204" pitchFamily="34" charset="0"/>
                <a:cs typeface="Times New Roman" panose="02020603050405020304" pitchFamily="18" charset="0"/>
              </a:rPr>
              <a:t>) y Apache CXF, que simplifican la creación y consumo de servicios SOAP.</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28919916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BC33A-CD42-4FC7-A6A8-7EDA27FD2683}"/>
              </a:ext>
            </a:extLst>
          </p:cNvPr>
          <p:cNvSpPr>
            <a:spLocks noGrp="1"/>
          </p:cNvSpPr>
          <p:nvPr>
            <p:ph type="title"/>
          </p:nvPr>
        </p:nvSpPr>
        <p:spPr/>
        <p:txBody>
          <a:bodyPr/>
          <a:lstStyle/>
          <a:p>
            <a:r>
              <a:rPr lang="es-ES" dirty="0"/>
              <a:t>Recomendaciones</a:t>
            </a:r>
          </a:p>
        </p:txBody>
      </p:sp>
      <p:sp>
        <p:nvSpPr>
          <p:cNvPr id="3" name="Marcador de contenido 2">
            <a:extLst>
              <a:ext uri="{FF2B5EF4-FFF2-40B4-BE49-F238E27FC236}">
                <a16:creationId xmlns:a16="http://schemas.microsoft.com/office/drawing/2014/main" id="{D80960AD-F226-4240-9557-9B1A56633CDB}"/>
              </a:ext>
            </a:extLst>
          </p:cNvPr>
          <p:cNvSpPr>
            <a:spLocks noGrp="1"/>
          </p:cNvSpPr>
          <p:nvPr>
            <p:ph idx="1"/>
          </p:nvPr>
        </p:nvSpPr>
        <p:spPr>
          <a:xfrm>
            <a:off x="470356" y="1857178"/>
            <a:ext cx="8500664" cy="2429799"/>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Utilizar las capacidades integradas de Apache NetBeans para desarrollar y consumir servicios SOAP con JAX-WS. NetBeans proporciona asistentes y plantillas que facilitan la generación de servicios y clientes SOAP.</a:t>
            </a: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Desplegar los servicios SOAP en servidores de aplicaciones como Apache Tomcat o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GlassFish</a:t>
            </a:r>
            <a:r>
              <a:rPr lang="es-ES" sz="1800" dirty="0">
                <a:effectLst/>
                <a:latin typeface="Cambria" panose="02040503050406030204" pitchFamily="18" charset="0"/>
                <a:ea typeface="Calibri" panose="020F0502020204030204" pitchFamily="34" charset="0"/>
                <a:cs typeface="Times New Roman" panose="02020603050405020304" pitchFamily="18" charset="0"/>
              </a:rPr>
              <a:t>, que son compatibles y están bien integrados con NetBeans.</a:t>
            </a:r>
          </a:p>
        </p:txBody>
      </p:sp>
      <p:sp>
        <p:nvSpPr>
          <p:cNvPr id="5" name="Rectángulo 4">
            <a:extLst>
              <a:ext uri="{FF2B5EF4-FFF2-40B4-BE49-F238E27FC236}">
                <a16:creationId xmlns:a16="http://schemas.microsoft.com/office/drawing/2014/main" id="{054452AF-173F-4A3B-AAAA-2E1E26784C6F}"/>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1795761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90989-CA87-4621-A0C3-233A33CC6B1C}"/>
              </a:ext>
            </a:extLst>
          </p:cNvPr>
          <p:cNvSpPr>
            <a:spLocks noGrp="1"/>
          </p:cNvSpPr>
          <p:nvPr>
            <p:ph type="title"/>
          </p:nvPr>
        </p:nvSpPr>
        <p:spPr/>
        <p:txBody>
          <a:bodyPr/>
          <a:lstStyle/>
          <a:p>
            <a:r>
              <a:rPr lang="es-ES" dirty="0"/>
              <a:t>Bibliografía</a:t>
            </a:r>
          </a:p>
        </p:txBody>
      </p:sp>
      <p:sp>
        <p:nvSpPr>
          <p:cNvPr id="3" name="Marcador de contenido 2">
            <a:extLst>
              <a:ext uri="{FF2B5EF4-FFF2-40B4-BE49-F238E27FC236}">
                <a16:creationId xmlns:a16="http://schemas.microsoft.com/office/drawing/2014/main" id="{DB0FD96C-3240-4673-A01D-AB9F82CF6BCE}"/>
              </a:ext>
            </a:extLst>
          </p:cNvPr>
          <p:cNvSpPr>
            <a:spLocks noGrp="1"/>
          </p:cNvSpPr>
          <p:nvPr>
            <p:ph idx="1"/>
          </p:nvPr>
        </p:nvSpPr>
        <p:spPr>
          <a:xfrm>
            <a:off x="581193" y="2180496"/>
            <a:ext cx="8571686" cy="3678303"/>
          </a:xfrm>
        </p:spPr>
        <p:txBody>
          <a:bodyPr/>
          <a:lstStyle/>
          <a:p>
            <a:pPr marL="243840" marR="0" indent="-243840" algn="just">
              <a:lnSpc>
                <a:spcPct val="107000"/>
              </a:lnSpc>
              <a:spcBef>
                <a:spcPts val="0"/>
              </a:spcBef>
              <a:spcAft>
                <a:spcPts val="0"/>
              </a:spcAft>
              <a:tabLst>
                <a:tab pos="243840" algn="l"/>
              </a:tabLst>
            </a:pPr>
            <a:r>
              <a:rPr lang="es-EC" sz="1800" dirty="0">
                <a:effectLst/>
                <a:latin typeface="Cambria" panose="02040503050406030204" pitchFamily="18" charset="0"/>
                <a:ea typeface="Calibri" panose="020F0502020204030204" pitchFamily="34" charset="0"/>
                <a:cs typeface="Times New Roman" panose="02020603050405020304" pitchFamily="18" charset="0"/>
              </a:rPr>
              <a:t>[1]	«Desarrollo y servicios Web.,» 26 SEP 2019. [En línea]. </a:t>
            </a:r>
            <a:r>
              <a:rPr lang="es-EC" sz="1800" dirty="0" err="1">
                <a:effectLst/>
                <a:latin typeface="Cambria" panose="02040503050406030204" pitchFamily="18" charset="0"/>
                <a:ea typeface="Calibri" panose="020F0502020204030204" pitchFamily="34" charset="0"/>
                <a:cs typeface="Times New Roman" panose="02020603050405020304" pitchFamily="18" charset="0"/>
              </a:rPr>
              <a:t>Available</a:t>
            </a:r>
            <a:r>
              <a:rPr lang="es-EC" sz="1800" dirty="0">
                <a:effectLst/>
                <a:latin typeface="Cambria" panose="02040503050406030204" pitchFamily="18" charset="0"/>
                <a:ea typeface="Calibri" panose="020F0502020204030204" pitchFamily="34" charset="0"/>
                <a:cs typeface="Times New Roman" panose="02020603050405020304" pitchFamily="18" charset="0"/>
              </a:rPr>
              <a:t>: http://www.eumed.net/tesis-doctorales/2007/cavl/Desarrollo%20y%20servicios%20Web.htm. .</a:t>
            </a:r>
            <a:endParaRPr lang="en-US" sz="1800" dirty="0">
              <a:effectLst/>
              <a:latin typeface="Cambria" panose="020405030504060302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s-EC" sz="1800" dirty="0">
                <a:effectLst/>
                <a:latin typeface="Cambria" panose="02040503050406030204" pitchFamily="18" charset="0"/>
                <a:ea typeface="Calibri" panose="020F0502020204030204" pitchFamily="34" charset="0"/>
                <a:cs typeface="Times New Roman" panose="02020603050405020304" pitchFamily="18" charset="0"/>
              </a:rPr>
              <a:t>[2] 	M. </a:t>
            </a:r>
            <a:r>
              <a:rPr lang="es-EC" sz="1800" dirty="0" err="1">
                <a:effectLst/>
                <a:latin typeface="Cambria" panose="02040503050406030204" pitchFamily="18" charset="0"/>
                <a:ea typeface="Calibri" panose="020F0502020204030204" pitchFamily="34" charset="0"/>
                <a:cs typeface="Times New Roman" panose="02020603050405020304" pitchFamily="18" charset="0"/>
              </a:rPr>
              <a:t>Arl</a:t>
            </a:r>
            <a:r>
              <a:rPr lang="es-EC" sz="1800" dirty="0">
                <a:effectLst/>
                <a:latin typeface="Cambria" panose="02040503050406030204" pitchFamily="18" charset="0"/>
                <a:ea typeface="Calibri" panose="020F0502020204030204" pitchFamily="34" charset="0"/>
                <a:cs typeface="Times New Roman" panose="02020603050405020304" pitchFamily="18" charset="0"/>
              </a:rPr>
              <a:t> y Rodríguez, “SOA vs. SOAP y REST”, Adictos al trabajo, 2014. . </a:t>
            </a:r>
            <a:endParaRPr lang="en-U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1C9745E7-07CB-4EAD-AB25-DF4CD32FFD3F}"/>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3514226432"/>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docProps/app.xml><?xml version="1.0" encoding="utf-8"?>
<Properties xmlns="http://schemas.openxmlformats.org/officeDocument/2006/extended-properties" xmlns:vt="http://schemas.openxmlformats.org/officeDocument/2006/docPropsVTypes">
  <TotalTime>521</TotalTime>
  <Words>3945</Words>
  <Application>Microsoft Office PowerPoint</Application>
  <PresentationFormat>Panorámica</PresentationFormat>
  <Paragraphs>739</Paragraphs>
  <Slides>49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49</vt:i4>
      </vt:variant>
    </vt:vector>
  </HeadingPairs>
  <TitlesOfParts>
    <vt:vector size="55" baseType="lpstr">
      <vt:lpstr>Arial</vt:lpstr>
      <vt:lpstr>Cambria</vt:lpstr>
      <vt:lpstr>Gill Sans MT</vt:lpstr>
      <vt:lpstr>Symbol</vt:lpstr>
      <vt:lpstr>Wingdings 2</vt:lpstr>
      <vt:lpstr>Dividendo</vt:lpstr>
      <vt:lpstr>MANUAL EUREKA BANK CON SOAP Y BASE DE DATOS- java</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Aplicación web con MVC implementado en JAVA Caso Practico Saltos “MONSTER”</dc:title>
  <dc:creator>Michael Villarruel</dc:creator>
  <cp:lastModifiedBy>Carlos Rivera</cp:lastModifiedBy>
  <cp:revision>381</cp:revision>
  <dcterms:created xsi:type="dcterms:W3CDTF">2020-08-13T07:15:02Z</dcterms:created>
  <dcterms:modified xsi:type="dcterms:W3CDTF">2026-05-19T05:36:38Z</dcterms:modified>
</cp:coreProperties>
</file>